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72" r:id="rId4"/>
  </p:sldMasterIdLst>
  <p:notesMasterIdLst>
    <p:notesMasterId r:id="rId39"/>
  </p:notesMasterIdLst>
  <p:handoutMasterIdLst>
    <p:handoutMasterId r:id="rId40"/>
  </p:handoutMasterIdLst>
  <p:sldIdLst>
    <p:sldId id="435" r:id="rId5"/>
    <p:sldId id="403" r:id="rId6"/>
    <p:sldId id="404" r:id="rId7"/>
    <p:sldId id="409" r:id="rId8"/>
    <p:sldId id="408" r:id="rId9"/>
    <p:sldId id="442" r:id="rId10"/>
    <p:sldId id="417" r:id="rId11"/>
    <p:sldId id="418" r:id="rId12"/>
    <p:sldId id="454" r:id="rId13"/>
    <p:sldId id="455" r:id="rId14"/>
    <p:sldId id="456" r:id="rId15"/>
    <p:sldId id="457" r:id="rId16"/>
    <p:sldId id="458" r:id="rId17"/>
    <p:sldId id="459" r:id="rId18"/>
    <p:sldId id="438" r:id="rId19"/>
    <p:sldId id="437" r:id="rId20"/>
    <p:sldId id="453" r:id="rId21"/>
    <p:sldId id="440" r:id="rId22"/>
    <p:sldId id="439" r:id="rId23"/>
    <p:sldId id="443" r:id="rId24"/>
    <p:sldId id="444" r:id="rId25"/>
    <p:sldId id="445" r:id="rId26"/>
    <p:sldId id="446" r:id="rId27"/>
    <p:sldId id="447" r:id="rId28"/>
    <p:sldId id="448" r:id="rId29"/>
    <p:sldId id="449" r:id="rId30"/>
    <p:sldId id="450" r:id="rId31"/>
    <p:sldId id="451" r:id="rId32"/>
    <p:sldId id="452" r:id="rId33"/>
    <p:sldId id="429" r:id="rId34"/>
    <p:sldId id="431" r:id="rId35"/>
    <p:sldId id="432" r:id="rId36"/>
    <p:sldId id="433" r:id="rId37"/>
    <p:sldId id="434" r:id="rId38"/>
  </p:sldIdLst>
  <p:sldSz cx="16256000" cy="9144000"/>
  <p:notesSz cx="9144000" cy="6858000"/>
  <p:defaultTextStyle>
    <a:defPPr>
      <a:defRPr lang="en-US"/>
    </a:defPPr>
    <a:lvl1pPr marL="0" algn="l" defTabSz="1044976" rtl="0" eaLnBrk="1" latinLnBrk="0" hangingPunct="1">
      <a:defRPr sz="2100" kern="1200">
        <a:solidFill>
          <a:schemeClr val="tx1"/>
        </a:solidFill>
        <a:latin typeface="+mn-lt"/>
        <a:ea typeface="+mn-ea"/>
        <a:cs typeface="+mn-cs"/>
      </a:defRPr>
    </a:lvl1pPr>
    <a:lvl2pPr marL="522488" algn="l" defTabSz="1044976" rtl="0" eaLnBrk="1" latinLnBrk="0" hangingPunct="1">
      <a:defRPr sz="2100" kern="1200">
        <a:solidFill>
          <a:schemeClr val="tx1"/>
        </a:solidFill>
        <a:latin typeface="+mn-lt"/>
        <a:ea typeface="+mn-ea"/>
        <a:cs typeface="+mn-cs"/>
      </a:defRPr>
    </a:lvl2pPr>
    <a:lvl3pPr marL="1044976" algn="l" defTabSz="1044976" rtl="0" eaLnBrk="1" latinLnBrk="0" hangingPunct="1">
      <a:defRPr sz="2100" kern="1200">
        <a:solidFill>
          <a:schemeClr val="tx1"/>
        </a:solidFill>
        <a:latin typeface="+mn-lt"/>
        <a:ea typeface="+mn-ea"/>
        <a:cs typeface="+mn-cs"/>
      </a:defRPr>
    </a:lvl3pPr>
    <a:lvl4pPr marL="1567464" algn="l" defTabSz="1044976" rtl="0" eaLnBrk="1" latinLnBrk="0" hangingPunct="1">
      <a:defRPr sz="2100" kern="1200">
        <a:solidFill>
          <a:schemeClr val="tx1"/>
        </a:solidFill>
        <a:latin typeface="+mn-lt"/>
        <a:ea typeface="+mn-ea"/>
        <a:cs typeface="+mn-cs"/>
      </a:defRPr>
    </a:lvl4pPr>
    <a:lvl5pPr marL="2089953" algn="l" defTabSz="1044976" rtl="0" eaLnBrk="1" latinLnBrk="0" hangingPunct="1">
      <a:defRPr sz="2100" kern="1200">
        <a:solidFill>
          <a:schemeClr val="tx1"/>
        </a:solidFill>
        <a:latin typeface="+mn-lt"/>
        <a:ea typeface="+mn-ea"/>
        <a:cs typeface="+mn-cs"/>
      </a:defRPr>
    </a:lvl5pPr>
    <a:lvl6pPr marL="2612441" algn="l" defTabSz="1044976" rtl="0" eaLnBrk="1" latinLnBrk="0" hangingPunct="1">
      <a:defRPr sz="2100" kern="1200">
        <a:solidFill>
          <a:schemeClr val="tx1"/>
        </a:solidFill>
        <a:latin typeface="+mn-lt"/>
        <a:ea typeface="+mn-ea"/>
        <a:cs typeface="+mn-cs"/>
      </a:defRPr>
    </a:lvl6pPr>
    <a:lvl7pPr marL="3134929" algn="l" defTabSz="1044976" rtl="0" eaLnBrk="1" latinLnBrk="0" hangingPunct="1">
      <a:defRPr sz="2100" kern="1200">
        <a:solidFill>
          <a:schemeClr val="tx1"/>
        </a:solidFill>
        <a:latin typeface="+mn-lt"/>
        <a:ea typeface="+mn-ea"/>
        <a:cs typeface="+mn-cs"/>
      </a:defRPr>
    </a:lvl7pPr>
    <a:lvl8pPr marL="3657417" algn="l" defTabSz="1044976" rtl="0" eaLnBrk="1" latinLnBrk="0" hangingPunct="1">
      <a:defRPr sz="2100" kern="1200">
        <a:solidFill>
          <a:schemeClr val="tx1"/>
        </a:solidFill>
        <a:latin typeface="+mn-lt"/>
        <a:ea typeface="+mn-ea"/>
        <a:cs typeface="+mn-cs"/>
      </a:defRPr>
    </a:lvl8pPr>
    <a:lvl9pPr marL="4179905" algn="l" defTabSz="10449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5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434" autoAdjust="0"/>
  </p:normalViewPr>
  <p:slideViewPr>
    <p:cSldViewPr>
      <p:cViewPr varScale="1">
        <p:scale>
          <a:sx n="52" d="100"/>
          <a:sy n="52" d="100"/>
        </p:scale>
        <p:origin x="572" y="72"/>
      </p:cViewPr>
      <p:guideLst>
        <p:guide orient="horz" pos="2880"/>
        <p:guide pos="51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37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6EF4D0-DC58-48C4-AF99-E3C313F39D2C}"/>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6BD4C92-DD6F-4E59-BF8D-134E014D2627}"/>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E7EB8876-9C13-4A98-B2A8-D6719F85B2E3}" type="datetimeFigureOut">
              <a:rPr lang="en-US" smtClean="0"/>
              <a:t>4/4/2026</a:t>
            </a:fld>
            <a:endParaRPr lang="en-US"/>
          </a:p>
        </p:txBody>
      </p:sp>
      <p:sp>
        <p:nvSpPr>
          <p:cNvPr id="4" name="Footer Placeholder 3">
            <a:extLst>
              <a:ext uri="{FF2B5EF4-FFF2-40B4-BE49-F238E27FC236}">
                <a16:creationId xmlns:a16="http://schemas.microsoft.com/office/drawing/2014/main" id="{A2074CE7-A30C-48EB-B4EA-18725AE2910D}"/>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08BCC5E-0007-4EF6-9AC3-CD2677F3116C}"/>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320CC3D2-D482-4876-BCFD-D3F984801DFB}" type="slidenum">
              <a:rPr lang="en-US" smtClean="0"/>
              <a:t>‹#›</a:t>
            </a:fld>
            <a:endParaRPr lang="en-US"/>
          </a:p>
        </p:txBody>
      </p:sp>
    </p:spTree>
    <p:extLst>
      <p:ext uri="{BB962C8B-B14F-4D97-AF65-F5344CB8AC3E}">
        <p14:creationId xmlns:p14="http://schemas.microsoft.com/office/powerpoint/2010/main" val="258611310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99D239E4-CCC7-4672-8707-FBC4A6D7AD82}" type="datetimeFigureOut">
              <a:rPr lang="en-US" smtClean="0"/>
              <a:pPr/>
              <a:t>4/4/2026</a:t>
            </a:fld>
            <a:endParaRPr lang="en-US" dirty="0"/>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83FE2DC6-21AB-4064-A58C-B8733D3B6ABD}" type="slidenum">
              <a:rPr lang="en-US" smtClean="0"/>
              <a:pPr/>
              <a:t>‹#›</a:t>
            </a:fld>
            <a:endParaRPr lang="en-US" dirty="0"/>
          </a:p>
        </p:txBody>
      </p:sp>
    </p:spTree>
    <p:extLst>
      <p:ext uri="{BB962C8B-B14F-4D97-AF65-F5344CB8AC3E}">
        <p14:creationId xmlns:p14="http://schemas.microsoft.com/office/powerpoint/2010/main" val="2067309741"/>
      </p:ext>
    </p:extLst>
  </p:cSld>
  <p:clrMap bg1="lt1" tx1="dk1" bg2="lt2" tx2="dk2" accent1="accent1" accent2="accent2" accent3="accent3" accent4="accent4" accent5="accent5" accent6="accent6" hlink="hlink" folHlink="folHlink"/>
  <p:hf hdr="0" ftr="0" dt="0"/>
  <p:notesStyle>
    <a:lvl1pPr marL="0" algn="l" defTabSz="1044976" rtl="0" eaLnBrk="1" latinLnBrk="0" hangingPunct="1">
      <a:defRPr sz="1400" kern="1200">
        <a:solidFill>
          <a:schemeClr val="tx1"/>
        </a:solidFill>
        <a:latin typeface="+mn-lt"/>
        <a:ea typeface="+mn-ea"/>
        <a:cs typeface="+mn-cs"/>
      </a:defRPr>
    </a:lvl1pPr>
    <a:lvl2pPr marL="522488" algn="l" defTabSz="1044976" rtl="0" eaLnBrk="1" latinLnBrk="0" hangingPunct="1">
      <a:defRPr sz="1400" kern="1200">
        <a:solidFill>
          <a:schemeClr val="tx1"/>
        </a:solidFill>
        <a:latin typeface="+mn-lt"/>
        <a:ea typeface="+mn-ea"/>
        <a:cs typeface="+mn-cs"/>
      </a:defRPr>
    </a:lvl2pPr>
    <a:lvl3pPr marL="1044976" algn="l" defTabSz="1044976" rtl="0" eaLnBrk="1" latinLnBrk="0" hangingPunct="1">
      <a:defRPr sz="1400" kern="1200">
        <a:solidFill>
          <a:schemeClr val="tx1"/>
        </a:solidFill>
        <a:latin typeface="+mn-lt"/>
        <a:ea typeface="+mn-ea"/>
        <a:cs typeface="+mn-cs"/>
      </a:defRPr>
    </a:lvl3pPr>
    <a:lvl4pPr marL="1567464" algn="l" defTabSz="1044976" rtl="0" eaLnBrk="1" latinLnBrk="0" hangingPunct="1">
      <a:defRPr sz="1400" kern="1200">
        <a:solidFill>
          <a:schemeClr val="tx1"/>
        </a:solidFill>
        <a:latin typeface="+mn-lt"/>
        <a:ea typeface="+mn-ea"/>
        <a:cs typeface="+mn-cs"/>
      </a:defRPr>
    </a:lvl4pPr>
    <a:lvl5pPr marL="2089953" algn="l" defTabSz="1044976" rtl="0" eaLnBrk="1" latinLnBrk="0" hangingPunct="1">
      <a:defRPr sz="1400" kern="1200">
        <a:solidFill>
          <a:schemeClr val="tx1"/>
        </a:solidFill>
        <a:latin typeface="+mn-lt"/>
        <a:ea typeface="+mn-ea"/>
        <a:cs typeface="+mn-cs"/>
      </a:defRPr>
    </a:lvl5pPr>
    <a:lvl6pPr marL="2612441" algn="l" defTabSz="1044976" rtl="0" eaLnBrk="1" latinLnBrk="0" hangingPunct="1">
      <a:defRPr sz="1400" kern="1200">
        <a:solidFill>
          <a:schemeClr val="tx1"/>
        </a:solidFill>
        <a:latin typeface="+mn-lt"/>
        <a:ea typeface="+mn-ea"/>
        <a:cs typeface="+mn-cs"/>
      </a:defRPr>
    </a:lvl6pPr>
    <a:lvl7pPr marL="3134929" algn="l" defTabSz="1044976" rtl="0" eaLnBrk="1" latinLnBrk="0" hangingPunct="1">
      <a:defRPr sz="1400" kern="1200">
        <a:solidFill>
          <a:schemeClr val="tx1"/>
        </a:solidFill>
        <a:latin typeface="+mn-lt"/>
        <a:ea typeface="+mn-ea"/>
        <a:cs typeface="+mn-cs"/>
      </a:defRPr>
    </a:lvl7pPr>
    <a:lvl8pPr marL="3657417" algn="l" defTabSz="1044976" rtl="0" eaLnBrk="1" latinLnBrk="0" hangingPunct="1">
      <a:defRPr sz="1400" kern="1200">
        <a:solidFill>
          <a:schemeClr val="tx1"/>
        </a:solidFill>
        <a:latin typeface="+mn-lt"/>
        <a:ea typeface="+mn-ea"/>
        <a:cs typeface="+mn-cs"/>
      </a:defRPr>
    </a:lvl8pPr>
    <a:lvl9pPr marL="4179905" algn="l" defTabSz="10449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dirty="0"/>
              <a:t>CIIT - Software Engineering-CSC291-Spring-2015</a:t>
            </a:r>
          </a:p>
        </p:txBody>
      </p:sp>
      <p:sp>
        <p:nvSpPr>
          <p:cNvPr id="5" name="Slide Number Placeholder 4"/>
          <p:cNvSpPr>
            <a:spLocks noGrp="1"/>
          </p:cNvSpPr>
          <p:nvPr>
            <p:ph type="sldNum" sz="quarter" idx="11"/>
          </p:nvPr>
        </p:nvSpPr>
        <p:spPr/>
        <p:txBody>
          <a:bodyPr/>
          <a:lstStyle/>
          <a:p>
            <a:fld id="{CFE964C9-6C37-4060-8613-7D2859285AE0}" type="slidenum">
              <a:rPr lang="en-US" smtClean="0"/>
              <a:t>1</a:t>
            </a:fld>
            <a:endParaRPr lang="en-US" dirty="0"/>
          </a:p>
        </p:txBody>
      </p:sp>
    </p:spTree>
    <p:extLst>
      <p:ext uri="{BB962C8B-B14F-4D97-AF65-F5344CB8AC3E}">
        <p14:creationId xmlns:p14="http://schemas.microsoft.com/office/powerpoint/2010/main" val="13560472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25311" y="228599"/>
            <a:ext cx="13554955" cy="1445817"/>
          </a:xfrm>
          <a:prstGeom prst="rect">
            <a:avLst/>
          </a:prstGeom>
        </p:spPr>
        <p:txBody>
          <a:bodyPr lIns="104498" tIns="52249" rIns="104498" bIns="52249"/>
          <a:lstStyle/>
          <a:p>
            <a:r>
              <a:rPr lang="en-US" dirty="0"/>
              <a:t>Click to edit Master title style</a:t>
            </a:r>
          </a:p>
        </p:txBody>
      </p:sp>
      <p:sp>
        <p:nvSpPr>
          <p:cNvPr id="3" name="Subtitle 2"/>
          <p:cNvSpPr>
            <a:spLocks noGrp="1"/>
          </p:cNvSpPr>
          <p:nvPr>
            <p:ph type="subTitle" idx="1"/>
          </p:nvPr>
        </p:nvSpPr>
        <p:spPr>
          <a:xfrm>
            <a:off x="2125310" y="2091566"/>
            <a:ext cx="13554956" cy="6186767"/>
          </a:xfrm>
          <a:prstGeom prst="rect">
            <a:avLst/>
          </a:prstGeom>
        </p:spPr>
        <p:txBody>
          <a:bodyPr lIns="104498" tIns="52249" rIns="104498" bIns="52249"/>
          <a:lstStyle>
            <a:lvl1pPr marL="0" indent="0" algn="ctr">
              <a:buNone/>
              <a:defRPr>
                <a:solidFill>
                  <a:schemeClr val="tx1">
                    <a:tint val="75000"/>
                  </a:schemeClr>
                </a:solidFill>
              </a:defRPr>
            </a:lvl1pPr>
            <a:lvl2pPr marL="522488" indent="0" algn="ctr">
              <a:buNone/>
              <a:defRPr>
                <a:solidFill>
                  <a:schemeClr val="tx1">
                    <a:tint val="75000"/>
                  </a:schemeClr>
                </a:solidFill>
              </a:defRPr>
            </a:lvl2pPr>
            <a:lvl3pPr marL="1044976" indent="0" algn="ctr">
              <a:buNone/>
              <a:defRPr>
                <a:solidFill>
                  <a:schemeClr val="tx1">
                    <a:tint val="75000"/>
                  </a:schemeClr>
                </a:solidFill>
              </a:defRPr>
            </a:lvl3pPr>
            <a:lvl4pPr marL="1567464" indent="0" algn="ctr">
              <a:buNone/>
              <a:defRPr>
                <a:solidFill>
                  <a:schemeClr val="tx1">
                    <a:tint val="75000"/>
                  </a:schemeClr>
                </a:solidFill>
              </a:defRPr>
            </a:lvl4pPr>
            <a:lvl5pPr marL="2089953" indent="0" algn="ctr">
              <a:buNone/>
              <a:defRPr>
                <a:solidFill>
                  <a:schemeClr val="tx1">
                    <a:tint val="75000"/>
                  </a:schemeClr>
                </a:solidFill>
              </a:defRPr>
            </a:lvl5pPr>
            <a:lvl6pPr marL="2612441" indent="0" algn="ctr">
              <a:buNone/>
              <a:defRPr>
                <a:solidFill>
                  <a:schemeClr val="tx1">
                    <a:tint val="75000"/>
                  </a:schemeClr>
                </a:solidFill>
              </a:defRPr>
            </a:lvl6pPr>
            <a:lvl7pPr marL="3134929" indent="0" algn="ctr">
              <a:buNone/>
              <a:defRPr>
                <a:solidFill>
                  <a:schemeClr val="tx1">
                    <a:tint val="75000"/>
                  </a:schemeClr>
                </a:solidFill>
              </a:defRPr>
            </a:lvl7pPr>
            <a:lvl8pPr marL="3657417" indent="0" algn="ctr">
              <a:buNone/>
              <a:defRPr>
                <a:solidFill>
                  <a:schemeClr val="tx1">
                    <a:tint val="75000"/>
                  </a:schemeClr>
                </a:solidFill>
              </a:defRPr>
            </a:lvl8pPr>
            <a:lvl9pPr marL="4179905" indent="0" algn="ctr">
              <a:buNone/>
              <a:defRPr>
                <a:solidFill>
                  <a:schemeClr val="tx1">
                    <a:tint val="75000"/>
                  </a:schemeClr>
                </a:solidFill>
              </a:defRPr>
            </a:lvl9pPr>
          </a:lstStyle>
          <a:p>
            <a:r>
              <a:rPr lang="en-US" dirty="0"/>
              <a:t>Click to edit Master subtitle style</a:t>
            </a:r>
          </a:p>
        </p:txBody>
      </p:sp>
      <p:sp>
        <p:nvSpPr>
          <p:cNvPr id="6" name="Slide Number Placeholder 5"/>
          <p:cNvSpPr>
            <a:spLocks noGrp="1"/>
          </p:cNvSpPr>
          <p:nvPr>
            <p:ph type="sldNum" sz="quarter" idx="12"/>
          </p:nvPr>
        </p:nvSpPr>
        <p:spPr>
          <a:xfrm>
            <a:off x="14054666" y="8537506"/>
            <a:ext cx="1625600" cy="508001"/>
          </a:xfrm>
        </p:spPr>
        <p:txBody>
          <a:bodyPr/>
          <a:lstStyle>
            <a:lvl1pPr algn="ctr">
              <a:defRPr>
                <a:solidFill>
                  <a:schemeClr val="tx1"/>
                </a:solidFill>
              </a:defRPr>
            </a:lvl1pPr>
          </a:lstStyle>
          <a:p>
            <a:fld id="{A8EF9831-35B4-4843-9AA9-F06FC1EDDB89}" type="slidenum">
              <a:rPr lang="en-US" smtClean="0"/>
              <a:pPr/>
              <a:t>‹#›</a:t>
            </a:fld>
            <a:endParaRPr lang="en-US" dirty="0"/>
          </a:p>
        </p:txBody>
      </p:sp>
      <p:pic>
        <p:nvPicPr>
          <p:cNvPr id="4" name="Picture 3">
            <a:extLst>
              <a:ext uri="{FF2B5EF4-FFF2-40B4-BE49-F238E27FC236}">
                <a16:creationId xmlns:a16="http://schemas.microsoft.com/office/drawing/2014/main" id="{985802B2-D205-4C59-A53A-94D44D9F6201}"/>
              </a:ext>
            </a:extLst>
          </p:cNvPr>
          <p:cNvPicPr>
            <a:picLocks noChangeAspect="1"/>
          </p:cNvPicPr>
          <p:nvPr userDrawn="1"/>
        </p:nvPicPr>
        <p:blipFill>
          <a:blip r:embed="rId2"/>
          <a:stretch>
            <a:fillRect/>
          </a:stretch>
        </p:blipFill>
        <p:spPr>
          <a:xfrm>
            <a:off x="69115" y="114365"/>
            <a:ext cx="1619250" cy="1609725"/>
          </a:xfrm>
          <a:prstGeom prst="rect">
            <a:avLst/>
          </a:prstGeom>
        </p:spPr>
      </p:pic>
      <p:cxnSp>
        <p:nvCxnSpPr>
          <p:cNvPr id="8" name="Straight Connector 7">
            <a:extLst>
              <a:ext uri="{FF2B5EF4-FFF2-40B4-BE49-F238E27FC236}">
                <a16:creationId xmlns:a16="http://schemas.microsoft.com/office/drawing/2014/main" id="{D18DCC76-4A5C-410D-8F99-390492C49697}"/>
              </a:ext>
            </a:extLst>
          </p:cNvPr>
          <p:cNvCxnSpPr>
            <a:cxnSpLocks/>
          </p:cNvCxnSpPr>
          <p:nvPr userDrawn="1"/>
        </p:nvCxnSpPr>
        <p:spPr>
          <a:xfrm>
            <a:off x="0" y="0"/>
            <a:ext cx="16256000" cy="0"/>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F0077554-CDA4-4A01-9DD7-9247631E43B2}"/>
              </a:ext>
            </a:extLst>
          </p:cNvPr>
          <p:cNvCxnSpPr>
            <a:cxnSpLocks/>
          </p:cNvCxnSpPr>
          <p:nvPr userDrawn="1"/>
        </p:nvCxnSpPr>
        <p:spPr>
          <a:xfrm>
            <a:off x="0" y="9147110"/>
            <a:ext cx="16256000" cy="0"/>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D711B159-BDB6-4F6D-A471-970E8DC9BED1}"/>
              </a:ext>
            </a:extLst>
          </p:cNvPr>
          <p:cNvCxnSpPr>
            <a:cxnSpLocks/>
          </p:cNvCxnSpPr>
          <p:nvPr userDrawn="1"/>
        </p:nvCxnSpPr>
        <p:spPr>
          <a:xfrm>
            <a:off x="16256000" y="0"/>
            <a:ext cx="0" cy="9144000"/>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3BBD1287-1E5F-46A1-8AA2-4E0261ABF3DF}"/>
              </a:ext>
            </a:extLst>
          </p:cNvPr>
          <p:cNvCxnSpPr>
            <a:cxnSpLocks/>
          </p:cNvCxnSpPr>
          <p:nvPr userDrawn="1"/>
        </p:nvCxnSpPr>
        <p:spPr>
          <a:xfrm>
            <a:off x="0" y="0"/>
            <a:ext cx="0" cy="9144000"/>
          </a:xfrm>
          <a:prstGeom prst="line">
            <a:avLst/>
          </a:prstGeom>
        </p:spPr>
        <p:style>
          <a:lnRef idx="3">
            <a:schemeClr val="dk1"/>
          </a:lnRef>
          <a:fillRef idx="0">
            <a:schemeClr val="dk1"/>
          </a:fillRef>
          <a:effectRef idx="2">
            <a:schemeClr val="dk1"/>
          </a:effectRef>
          <a:fontRef idx="minor">
            <a:schemeClr val="tx1"/>
          </a:fontRef>
        </p:style>
      </p:cxnSp>
      <p:cxnSp>
        <p:nvCxnSpPr>
          <p:cNvPr id="21" name="Straight Connector 20">
            <a:extLst>
              <a:ext uri="{FF2B5EF4-FFF2-40B4-BE49-F238E27FC236}">
                <a16:creationId xmlns:a16="http://schemas.microsoft.com/office/drawing/2014/main" id="{15951F13-7ECD-4677-9D28-DC34C02C05B7}"/>
              </a:ext>
            </a:extLst>
          </p:cNvPr>
          <p:cNvCxnSpPr>
            <a:cxnSpLocks/>
          </p:cNvCxnSpPr>
          <p:nvPr userDrawn="1"/>
        </p:nvCxnSpPr>
        <p:spPr>
          <a:xfrm>
            <a:off x="1688365" y="0"/>
            <a:ext cx="0" cy="1838325"/>
          </a:xfrm>
          <a:prstGeom prst="line">
            <a:avLst/>
          </a:prstGeom>
        </p:spPr>
        <p:style>
          <a:lnRef idx="3">
            <a:schemeClr val="dk1"/>
          </a:lnRef>
          <a:fillRef idx="0">
            <a:schemeClr val="dk1"/>
          </a:fillRef>
          <a:effectRef idx="2">
            <a:schemeClr val="dk1"/>
          </a:effectRef>
          <a:fontRef idx="minor">
            <a:schemeClr val="tx1"/>
          </a:fontRef>
        </p:style>
      </p:cxnSp>
      <p:cxnSp>
        <p:nvCxnSpPr>
          <p:cNvPr id="22" name="Straight Connector 21">
            <a:extLst>
              <a:ext uri="{FF2B5EF4-FFF2-40B4-BE49-F238E27FC236}">
                <a16:creationId xmlns:a16="http://schemas.microsoft.com/office/drawing/2014/main" id="{96B2984D-8156-4C81-94CC-D90016959117}"/>
              </a:ext>
            </a:extLst>
          </p:cNvPr>
          <p:cNvCxnSpPr>
            <a:cxnSpLocks/>
          </p:cNvCxnSpPr>
          <p:nvPr userDrawn="1"/>
        </p:nvCxnSpPr>
        <p:spPr>
          <a:xfrm>
            <a:off x="0" y="1838325"/>
            <a:ext cx="1688365" cy="0"/>
          </a:xfrm>
          <a:prstGeom prst="line">
            <a:avLst/>
          </a:prstGeom>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0968ECA8-4DE4-466C-8C74-711E0A968805}"/>
              </a:ext>
            </a:extLst>
          </p:cNvPr>
          <p:cNvCxnSpPr>
            <a:cxnSpLocks/>
          </p:cNvCxnSpPr>
          <p:nvPr userDrawn="1"/>
        </p:nvCxnSpPr>
        <p:spPr>
          <a:xfrm flipV="1">
            <a:off x="1688365" y="1804207"/>
            <a:ext cx="14567634" cy="28186"/>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10352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366184"/>
            <a:ext cx="14630400" cy="1524000"/>
          </a:xfrm>
          <a:prstGeom prst="rect">
            <a:avLst/>
          </a:prstGeom>
        </p:spPr>
        <p:txBody>
          <a:bodyPr lIns="104498" tIns="52249" rIns="104498" bIns="52249"/>
          <a:lstStyle/>
          <a:p>
            <a:r>
              <a:rPr lang="en-US"/>
              <a:t>Click to edit Master title style</a:t>
            </a:r>
          </a:p>
        </p:txBody>
      </p:sp>
      <p:sp>
        <p:nvSpPr>
          <p:cNvPr id="3" name="Content Placeholder 2"/>
          <p:cNvSpPr>
            <a:spLocks noGrp="1"/>
          </p:cNvSpPr>
          <p:nvPr>
            <p:ph idx="1"/>
          </p:nvPr>
        </p:nvSpPr>
        <p:spPr>
          <a:xfrm>
            <a:off x="812800" y="2133602"/>
            <a:ext cx="14630400" cy="6034618"/>
          </a:xfrm>
          <a:prstGeom prst="rect">
            <a:avLst/>
          </a:prstGeom>
        </p:spPr>
        <p:txBody>
          <a:bodyPr lIns="104498" tIns="52249" rIns="104498" bIns="52249"/>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6908800" y="8534402"/>
            <a:ext cx="677333" cy="486834"/>
          </a:xfrm>
        </p:spPr>
        <p:txBody>
          <a:bodyPr/>
          <a:lstStyle>
            <a:lvl1pPr>
              <a:defRPr>
                <a:solidFill>
                  <a:schemeClr val="tx1"/>
                </a:solidFill>
              </a:defRPr>
            </a:lvl1pPr>
          </a:lstStyle>
          <a:p>
            <a:fld id="{A8EF9831-35B4-4843-9AA9-F06FC1EDDB89}" type="slidenum">
              <a:rPr lang="en-US" smtClean="0"/>
              <a:pPr/>
              <a:t>‹#›</a:t>
            </a:fld>
            <a:endParaRPr lang="en-US" dirty="0"/>
          </a:p>
        </p:txBody>
      </p:sp>
    </p:spTree>
    <p:extLst>
      <p:ext uri="{BB962C8B-B14F-4D97-AF65-F5344CB8AC3E}">
        <p14:creationId xmlns:p14="http://schemas.microsoft.com/office/powerpoint/2010/main" val="2868999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84113" y="5875868"/>
            <a:ext cx="13817600" cy="1816100"/>
          </a:xfrm>
          <a:prstGeom prst="rect">
            <a:avLst/>
          </a:prstGeom>
        </p:spPr>
        <p:txBody>
          <a:bodyPr lIns="104498" tIns="52249" rIns="104498" bIns="52249"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1284113" y="3875623"/>
            <a:ext cx="13817600" cy="2000249"/>
          </a:xfrm>
          <a:prstGeom prst="rect">
            <a:avLst/>
          </a:prstGeom>
        </p:spPr>
        <p:txBody>
          <a:bodyPr lIns="104498" tIns="52249" rIns="104498" bIns="52249" anchor="b"/>
          <a:lstStyle>
            <a:lvl1pPr marL="0" indent="0">
              <a:buNone/>
              <a:defRPr sz="2300">
                <a:solidFill>
                  <a:schemeClr val="tx1">
                    <a:tint val="75000"/>
                  </a:schemeClr>
                </a:solidFill>
              </a:defRPr>
            </a:lvl1pPr>
            <a:lvl2pPr marL="522488" indent="0">
              <a:buNone/>
              <a:defRPr sz="2100">
                <a:solidFill>
                  <a:schemeClr val="tx1">
                    <a:tint val="75000"/>
                  </a:schemeClr>
                </a:solidFill>
              </a:defRPr>
            </a:lvl2pPr>
            <a:lvl3pPr marL="1044976" indent="0">
              <a:buNone/>
              <a:defRPr sz="1800">
                <a:solidFill>
                  <a:schemeClr val="tx1">
                    <a:tint val="75000"/>
                  </a:schemeClr>
                </a:solidFill>
              </a:defRPr>
            </a:lvl3pPr>
            <a:lvl4pPr marL="1567464" indent="0">
              <a:buNone/>
              <a:defRPr sz="1600">
                <a:solidFill>
                  <a:schemeClr val="tx1">
                    <a:tint val="75000"/>
                  </a:schemeClr>
                </a:solidFill>
              </a:defRPr>
            </a:lvl4pPr>
            <a:lvl5pPr marL="2089953" indent="0">
              <a:buNone/>
              <a:defRPr sz="1600">
                <a:solidFill>
                  <a:schemeClr val="tx1">
                    <a:tint val="75000"/>
                  </a:schemeClr>
                </a:solidFill>
              </a:defRPr>
            </a:lvl5pPr>
            <a:lvl6pPr marL="2612441" indent="0">
              <a:buNone/>
              <a:defRPr sz="1600">
                <a:solidFill>
                  <a:schemeClr val="tx1">
                    <a:tint val="75000"/>
                  </a:schemeClr>
                </a:solidFill>
              </a:defRPr>
            </a:lvl6pPr>
            <a:lvl7pPr marL="3134929" indent="0">
              <a:buNone/>
              <a:defRPr sz="1600">
                <a:solidFill>
                  <a:schemeClr val="tx1">
                    <a:tint val="75000"/>
                  </a:schemeClr>
                </a:solidFill>
              </a:defRPr>
            </a:lvl7pPr>
            <a:lvl8pPr marL="3657417" indent="0">
              <a:buNone/>
              <a:defRPr sz="1600">
                <a:solidFill>
                  <a:schemeClr val="tx1">
                    <a:tint val="75000"/>
                  </a:schemeClr>
                </a:solidFill>
              </a:defRPr>
            </a:lvl8pPr>
            <a:lvl9pPr marL="4179905"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51559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366184"/>
            <a:ext cx="14630400" cy="1524000"/>
          </a:xfrm>
          <a:prstGeom prst="rect">
            <a:avLst/>
          </a:prstGeom>
        </p:spPr>
        <p:txBody>
          <a:bodyPr lIns="104498" tIns="52249" rIns="104498" bIns="52249"/>
          <a:lstStyle/>
          <a:p>
            <a:r>
              <a:rPr lang="en-US"/>
              <a:t>Click to edit Master title style</a:t>
            </a:r>
          </a:p>
        </p:txBody>
      </p:sp>
      <p:sp>
        <p:nvSpPr>
          <p:cNvPr id="3" name="Content Placeholder 2"/>
          <p:cNvSpPr>
            <a:spLocks noGrp="1"/>
          </p:cNvSpPr>
          <p:nvPr>
            <p:ph sz="half" idx="1"/>
          </p:nvPr>
        </p:nvSpPr>
        <p:spPr>
          <a:xfrm>
            <a:off x="812800" y="2133602"/>
            <a:ext cx="7179733" cy="6034618"/>
          </a:xfrm>
          <a:prstGeom prst="rect">
            <a:avLst/>
          </a:prstGeom>
        </p:spPr>
        <p:txBody>
          <a:bodyPr lIns="104498" tIns="52249" rIns="104498" bIns="52249"/>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63467" y="2133602"/>
            <a:ext cx="7179733" cy="6034618"/>
          </a:xfrm>
          <a:prstGeom prst="rect">
            <a:avLst/>
          </a:prstGeom>
        </p:spPr>
        <p:txBody>
          <a:bodyPr lIns="104498" tIns="52249" rIns="104498" bIns="52249"/>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045490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366184"/>
            <a:ext cx="14630400" cy="1524000"/>
          </a:xfrm>
          <a:prstGeom prst="rect">
            <a:avLst/>
          </a:prstGeom>
        </p:spPr>
        <p:txBody>
          <a:bodyPr lIns="104498" tIns="52249" rIns="104498" bIns="52249"/>
          <a:lstStyle>
            <a:lvl1pPr>
              <a:defRPr/>
            </a:lvl1pPr>
          </a:lstStyle>
          <a:p>
            <a:r>
              <a:rPr lang="en-US"/>
              <a:t>Click to edit Master title style</a:t>
            </a:r>
          </a:p>
        </p:txBody>
      </p:sp>
      <p:sp>
        <p:nvSpPr>
          <p:cNvPr id="3" name="Text Placeholder 2"/>
          <p:cNvSpPr>
            <a:spLocks noGrp="1"/>
          </p:cNvSpPr>
          <p:nvPr>
            <p:ph type="body" idx="1"/>
          </p:nvPr>
        </p:nvSpPr>
        <p:spPr>
          <a:xfrm>
            <a:off x="812802" y="2046818"/>
            <a:ext cx="7182557" cy="853016"/>
          </a:xfrm>
          <a:prstGeom prst="rect">
            <a:avLst/>
          </a:prstGeom>
        </p:spPr>
        <p:txBody>
          <a:bodyPr lIns="104498" tIns="52249" rIns="104498" bIns="52249" anchor="b"/>
          <a:lstStyle>
            <a:lvl1pPr marL="0" indent="0">
              <a:buNone/>
              <a:defRPr sz="2700" b="1"/>
            </a:lvl1pPr>
            <a:lvl2pPr marL="522488" indent="0">
              <a:buNone/>
              <a:defRPr sz="2300" b="1"/>
            </a:lvl2pPr>
            <a:lvl3pPr marL="1044976" indent="0">
              <a:buNone/>
              <a:defRPr sz="2100" b="1"/>
            </a:lvl3pPr>
            <a:lvl4pPr marL="1567464" indent="0">
              <a:buNone/>
              <a:defRPr sz="1800" b="1"/>
            </a:lvl4pPr>
            <a:lvl5pPr marL="2089953" indent="0">
              <a:buNone/>
              <a:defRPr sz="1800" b="1"/>
            </a:lvl5pPr>
            <a:lvl6pPr marL="2612441" indent="0">
              <a:buNone/>
              <a:defRPr sz="1800" b="1"/>
            </a:lvl6pPr>
            <a:lvl7pPr marL="3134929" indent="0">
              <a:buNone/>
              <a:defRPr sz="1800" b="1"/>
            </a:lvl7pPr>
            <a:lvl8pPr marL="3657417" indent="0">
              <a:buNone/>
              <a:defRPr sz="1800" b="1"/>
            </a:lvl8pPr>
            <a:lvl9pPr marL="4179905" indent="0">
              <a:buNone/>
              <a:defRPr sz="1800" b="1"/>
            </a:lvl9pPr>
          </a:lstStyle>
          <a:p>
            <a:pPr lvl="0"/>
            <a:r>
              <a:rPr lang="en-US"/>
              <a:t>Click to edit Master text styles</a:t>
            </a:r>
          </a:p>
        </p:txBody>
      </p:sp>
      <p:sp>
        <p:nvSpPr>
          <p:cNvPr id="4" name="Content Placeholder 3"/>
          <p:cNvSpPr>
            <a:spLocks noGrp="1"/>
          </p:cNvSpPr>
          <p:nvPr>
            <p:ph sz="half" idx="2"/>
          </p:nvPr>
        </p:nvSpPr>
        <p:spPr>
          <a:xfrm>
            <a:off x="812802" y="2899834"/>
            <a:ext cx="7182557" cy="5268384"/>
          </a:xfrm>
          <a:prstGeom prst="rect">
            <a:avLst/>
          </a:prstGeom>
        </p:spPr>
        <p:txBody>
          <a:bodyPr lIns="104498" tIns="52249" rIns="104498" bIns="52249"/>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8257825" y="2046818"/>
            <a:ext cx="7185378" cy="853016"/>
          </a:xfrm>
          <a:prstGeom prst="rect">
            <a:avLst/>
          </a:prstGeom>
        </p:spPr>
        <p:txBody>
          <a:bodyPr lIns="104498" tIns="52249" rIns="104498" bIns="52249" anchor="b"/>
          <a:lstStyle>
            <a:lvl1pPr marL="0" indent="0">
              <a:buNone/>
              <a:defRPr sz="2700" b="1"/>
            </a:lvl1pPr>
            <a:lvl2pPr marL="522488" indent="0">
              <a:buNone/>
              <a:defRPr sz="2300" b="1"/>
            </a:lvl2pPr>
            <a:lvl3pPr marL="1044976" indent="0">
              <a:buNone/>
              <a:defRPr sz="2100" b="1"/>
            </a:lvl3pPr>
            <a:lvl4pPr marL="1567464" indent="0">
              <a:buNone/>
              <a:defRPr sz="1800" b="1"/>
            </a:lvl4pPr>
            <a:lvl5pPr marL="2089953" indent="0">
              <a:buNone/>
              <a:defRPr sz="1800" b="1"/>
            </a:lvl5pPr>
            <a:lvl6pPr marL="2612441" indent="0">
              <a:buNone/>
              <a:defRPr sz="1800" b="1"/>
            </a:lvl6pPr>
            <a:lvl7pPr marL="3134929" indent="0">
              <a:buNone/>
              <a:defRPr sz="1800" b="1"/>
            </a:lvl7pPr>
            <a:lvl8pPr marL="3657417" indent="0">
              <a:buNone/>
              <a:defRPr sz="1800" b="1"/>
            </a:lvl8pPr>
            <a:lvl9pPr marL="4179905" indent="0">
              <a:buNone/>
              <a:defRPr sz="1800" b="1"/>
            </a:lvl9pPr>
          </a:lstStyle>
          <a:p>
            <a:pPr lvl="0"/>
            <a:r>
              <a:rPr lang="en-US"/>
              <a:t>Click to edit Master text styles</a:t>
            </a:r>
          </a:p>
        </p:txBody>
      </p:sp>
      <p:sp>
        <p:nvSpPr>
          <p:cNvPr id="6" name="Content Placeholder 5"/>
          <p:cNvSpPr>
            <a:spLocks noGrp="1"/>
          </p:cNvSpPr>
          <p:nvPr>
            <p:ph sz="quarter" idx="4"/>
          </p:nvPr>
        </p:nvSpPr>
        <p:spPr>
          <a:xfrm>
            <a:off x="8257825" y="2899834"/>
            <a:ext cx="7185378" cy="5268384"/>
          </a:xfrm>
          <a:prstGeom prst="rect">
            <a:avLst/>
          </a:prstGeom>
        </p:spPr>
        <p:txBody>
          <a:bodyPr lIns="104498" tIns="52249" rIns="104498" bIns="52249"/>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003086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366184"/>
            <a:ext cx="14630400" cy="1524000"/>
          </a:xfrm>
          <a:prstGeom prst="rect">
            <a:avLst/>
          </a:prstGeom>
        </p:spPr>
        <p:txBody>
          <a:bodyPr lIns="104498" tIns="52249" rIns="104498" bIns="52249"/>
          <a:lstStyle/>
          <a:p>
            <a:r>
              <a:rPr lang="en-US"/>
              <a:t>Click to edit Master title style</a:t>
            </a:r>
          </a:p>
        </p:txBody>
      </p:sp>
      <p:sp>
        <p:nvSpPr>
          <p:cNvPr id="3" name="Date Placeholder 2"/>
          <p:cNvSpPr>
            <a:spLocks noGrp="1"/>
          </p:cNvSpPr>
          <p:nvPr>
            <p:ph type="dt" sz="half" idx="10"/>
          </p:nvPr>
        </p:nvSpPr>
        <p:spPr/>
        <p:txBody>
          <a:bodyPr/>
          <a:lstStyle/>
          <a:p>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7320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425589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3" y="364066"/>
            <a:ext cx="5348113" cy="1549400"/>
          </a:xfrm>
          <a:prstGeom prst="rect">
            <a:avLst/>
          </a:prstGeom>
        </p:spPr>
        <p:txBody>
          <a:bodyPr lIns="104498" tIns="52249" rIns="104498" bIns="52249" anchor="b"/>
          <a:lstStyle>
            <a:lvl1pPr algn="l">
              <a:defRPr sz="2300" b="1"/>
            </a:lvl1pPr>
          </a:lstStyle>
          <a:p>
            <a:r>
              <a:rPr lang="en-US"/>
              <a:t>Click to edit Master title style</a:t>
            </a:r>
          </a:p>
        </p:txBody>
      </p:sp>
      <p:sp>
        <p:nvSpPr>
          <p:cNvPr id="3" name="Content Placeholder 2"/>
          <p:cNvSpPr>
            <a:spLocks noGrp="1"/>
          </p:cNvSpPr>
          <p:nvPr>
            <p:ph idx="1"/>
          </p:nvPr>
        </p:nvSpPr>
        <p:spPr>
          <a:xfrm>
            <a:off x="6355649" y="364072"/>
            <a:ext cx="9087557" cy="7804151"/>
          </a:xfrm>
          <a:prstGeom prst="rect">
            <a:avLst/>
          </a:prstGeom>
        </p:spPr>
        <p:txBody>
          <a:bodyPr lIns="104498" tIns="52249" rIns="104498" bIns="52249"/>
          <a:lstStyle>
            <a:lvl1pPr>
              <a:defRPr sz="37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12803" y="1913472"/>
            <a:ext cx="5348113" cy="6254751"/>
          </a:xfrm>
          <a:prstGeom prst="rect">
            <a:avLst/>
          </a:prstGeom>
        </p:spPr>
        <p:txBody>
          <a:bodyPr lIns="104498" tIns="52249" rIns="104498" bIns="52249"/>
          <a:lstStyle>
            <a:lvl1pPr marL="0" indent="0">
              <a:buNone/>
              <a:defRPr sz="1600"/>
            </a:lvl1pPr>
            <a:lvl2pPr marL="522488" indent="0">
              <a:buNone/>
              <a:defRPr sz="1400"/>
            </a:lvl2pPr>
            <a:lvl3pPr marL="1044976" indent="0">
              <a:buNone/>
              <a:defRPr sz="1100"/>
            </a:lvl3pPr>
            <a:lvl4pPr marL="1567464" indent="0">
              <a:buNone/>
              <a:defRPr sz="1000"/>
            </a:lvl4pPr>
            <a:lvl5pPr marL="2089953" indent="0">
              <a:buNone/>
              <a:defRPr sz="1000"/>
            </a:lvl5pPr>
            <a:lvl6pPr marL="2612441" indent="0">
              <a:buNone/>
              <a:defRPr sz="1000"/>
            </a:lvl6pPr>
            <a:lvl7pPr marL="3134929" indent="0">
              <a:buNone/>
              <a:defRPr sz="1000"/>
            </a:lvl7pPr>
            <a:lvl8pPr marL="3657417" indent="0">
              <a:buNone/>
              <a:defRPr sz="1000"/>
            </a:lvl8pPr>
            <a:lvl9pPr marL="417990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83716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86291" y="6400804"/>
            <a:ext cx="9753600" cy="755651"/>
          </a:xfrm>
          <a:prstGeom prst="rect">
            <a:avLst/>
          </a:prstGeom>
        </p:spPr>
        <p:txBody>
          <a:bodyPr lIns="104498" tIns="52249" rIns="104498" bIns="52249" anchor="b"/>
          <a:lstStyle>
            <a:lvl1pPr algn="l">
              <a:defRPr sz="2300" b="1"/>
            </a:lvl1pPr>
          </a:lstStyle>
          <a:p>
            <a:r>
              <a:rPr lang="en-US"/>
              <a:t>Click to edit Master title style</a:t>
            </a:r>
          </a:p>
        </p:txBody>
      </p:sp>
      <p:sp>
        <p:nvSpPr>
          <p:cNvPr id="3" name="Picture Placeholder 2"/>
          <p:cNvSpPr>
            <a:spLocks noGrp="1"/>
          </p:cNvSpPr>
          <p:nvPr>
            <p:ph type="pic" idx="1"/>
          </p:nvPr>
        </p:nvSpPr>
        <p:spPr>
          <a:xfrm>
            <a:off x="3186291" y="817034"/>
            <a:ext cx="9753600" cy="5486400"/>
          </a:xfrm>
          <a:prstGeom prst="rect">
            <a:avLst/>
          </a:prstGeom>
        </p:spPr>
        <p:txBody>
          <a:bodyPr lIns="104498" tIns="52249" rIns="104498" bIns="52249"/>
          <a:lstStyle>
            <a:lvl1pPr marL="0" indent="0">
              <a:buNone/>
              <a:defRPr sz="3700"/>
            </a:lvl1pPr>
            <a:lvl2pPr marL="522488" indent="0">
              <a:buNone/>
              <a:defRPr sz="3200"/>
            </a:lvl2pPr>
            <a:lvl3pPr marL="1044976" indent="0">
              <a:buNone/>
              <a:defRPr sz="2700"/>
            </a:lvl3pPr>
            <a:lvl4pPr marL="1567464" indent="0">
              <a:buNone/>
              <a:defRPr sz="2300"/>
            </a:lvl4pPr>
            <a:lvl5pPr marL="2089953" indent="0">
              <a:buNone/>
              <a:defRPr sz="2300"/>
            </a:lvl5pPr>
            <a:lvl6pPr marL="2612441" indent="0">
              <a:buNone/>
              <a:defRPr sz="2300"/>
            </a:lvl6pPr>
            <a:lvl7pPr marL="3134929" indent="0">
              <a:buNone/>
              <a:defRPr sz="2300"/>
            </a:lvl7pPr>
            <a:lvl8pPr marL="3657417" indent="0">
              <a:buNone/>
              <a:defRPr sz="2300"/>
            </a:lvl8pPr>
            <a:lvl9pPr marL="4179905" indent="0">
              <a:buNone/>
              <a:defRPr sz="2300"/>
            </a:lvl9pPr>
          </a:lstStyle>
          <a:p>
            <a:endParaRPr lang="en-US" dirty="0"/>
          </a:p>
        </p:txBody>
      </p:sp>
      <p:sp>
        <p:nvSpPr>
          <p:cNvPr id="4" name="Text Placeholder 3"/>
          <p:cNvSpPr>
            <a:spLocks noGrp="1"/>
          </p:cNvSpPr>
          <p:nvPr>
            <p:ph type="body" sz="half" idx="2"/>
          </p:nvPr>
        </p:nvSpPr>
        <p:spPr>
          <a:xfrm>
            <a:off x="3186291" y="7156455"/>
            <a:ext cx="9753600" cy="1073149"/>
          </a:xfrm>
          <a:prstGeom prst="rect">
            <a:avLst/>
          </a:prstGeom>
        </p:spPr>
        <p:txBody>
          <a:bodyPr lIns="104498" tIns="52249" rIns="104498" bIns="52249"/>
          <a:lstStyle>
            <a:lvl1pPr marL="0" indent="0">
              <a:buNone/>
              <a:defRPr sz="1600"/>
            </a:lvl1pPr>
            <a:lvl2pPr marL="522488" indent="0">
              <a:buNone/>
              <a:defRPr sz="1400"/>
            </a:lvl2pPr>
            <a:lvl3pPr marL="1044976" indent="0">
              <a:buNone/>
              <a:defRPr sz="1100"/>
            </a:lvl3pPr>
            <a:lvl4pPr marL="1567464" indent="0">
              <a:buNone/>
              <a:defRPr sz="1000"/>
            </a:lvl4pPr>
            <a:lvl5pPr marL="2089953" indent="0">
              <a:buNone/>
              <a:defRPr sz="1000"/>
            </a:lvl5pPr>
            <a:lvl6pPr marL="2612441" indent="0">
              <a:buNone/>
              <a:defRPr sz="1000"/>
            </a:lvl6pPr>
            <a:lvl7pPr marL="3134929" indent="0">
              <a:buNone/>
              <a:defRPr sz="1000"/>
            </a:lvl7pPr>
            <a:lvl8pPr marL="3657417" indent="0">
              <a:buNone/>
              <a:defRPr sz="1000"/>
            </a:lvl8pPr>
            <a:lvl9pPr marL="417990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992569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800" y="366184"/>
            <a:ext cx="14630400" cy="1524000"/>
          </a:xfrm>
          <a:prstGeom prst="rect">
            <a:avLst/>
          </a:prstGeom>
        </p:spPr>
        <p:txBody>
          <a:bodyPr lIns="104498" tIns="52249" rIns="104498" bIns="52249"/>
          <a:lstStyle/>
          <a:p>
            <a:r>
              <a:rPr lang="en-US"/>
              <a:t>Click to edit Master title style</a:t>
            </a:r>
          </a:p>
        </p:txBody>
      </p:sp>
      <p:sp>
        <p:nvSpPr>
          <p:cNvPr id="3" name="Vertical Text Placeholder 2"/>
          <p:cNvSpPr>
            <a:spLocks noGrp="1"/>
          </p:cNvSpPr>
          <p:nvPr>
            <p:ph type="body" orient="vert" idx="1"/>
          </p:nvPr>
        </p:nvSpPr>
        <p:spPr>
          <a:xfrm>
            <a:off x="812800" y="2133602"/>
            <a:ext cx="14630400" cy="6034618"/>
          </a:xfrm>
          <a:prstGeom prst="rect">
            <a:avLst/>
          </a:prstGeom>
        </p:spPr>
        <p:txBody>
          <a:bodyPr vert="eaVert" lIns="104498" tIns="52249" rIns="104498" bIns="52249"/>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56885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366187"/>
            <a:ext cx="3657600" cy="7802034"/>
          </a:xfrm>
          <a:prstGeom prst="rect">
            <a:avLst/>
          </a:prstGeom>
        </p:spPr>
        <p:txBody>
          <a:bodyPr vert="eaVert" lIns="104498" tIns="52249" rIns="104498" bIns="52249"/>
          <a:lstStyle/>
          <a:p>
            <a:r>
              <a:rPr lang="en-US"/>
              <a:t>Click to edit Master title style</a:t>
            </a:r>
          </a:p>
        </p:txBody>
      </p:sp>
      <p:sp>
        <p:nvSpPr>
          <p:cNvPr id="3" name="Vertical Text Placeholder 2"/>
          <p:cNvSpPr>
            <a:spLocks noGrp="1"/>
          </p:cNvSpPr>
          <p:nvPr>
            <p:ph type="body" orient="vert" idx="1"/>
          </p:nvPr>
        </p:nvSpPr>
        <p:spPr>
          <a:xfrm>
            <a:off x="812800" y="366187"/>
            <a:ext cx="10701867" cy="7802034"/>
          </a:xfrm>
          <a:prstGeom prst="rect">
            <a:avLst/>
          </a:prstGeom>
        </p:spPr>
        <p:txBody>
          <a:bodyPr vert="eaVert" lIns="104498" tIns="52249" rIns="104498" bIns="52249"/>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599465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12800" y="8475136"/>
            <a:ext cx="3793067" cy="486834"/>
          </a:xfrm>
          <a:prstGeom prst="rect">
            <a:avLst/>
          </a:prstGeom>
        </p:spPr>
        <p:txBody>
          <a:bodyPr vert="horz" lIns="104498" tIns="52249" rIns="104498" bIns="52249" rtlCol="0" anchor="ctr"/>
          <a:lstStyle>
            <a:lvl1pPr algn="l">
              <a:defRPr sz="14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5554134" y="8475136"/>
            <a:ext cx="5147733" cy="486834"/>
          </a:xfrm>
          <a:prstGeom prst="rect">
            <a:avLst/>
          </a:prstGeom>
        </p:spPr>
        <p:txBody>
          <a:bodyPr vert="horz" lIns="104498" tIns="52249" rIns="104498" bIns="52249" rtlCol="0" anchor="ctr"/>
          <a:lstStyle>
            <a:lvl1pPr algn="ctr">
              <a:defRPr sz="14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11650133" y="8475136"/>
            <a:ext cx="3793067" cy="486834"/>
          </a:xfrm>
          <a:prstGeom prst="rect">
            <a:avLst/>
          </a:prstGeom>
        </p:spPr>
        <p:txBody>
          <a:bodyPr vert="horz" lIns="104498" tIns="52249" rIns="104498" bIns="52249" rtlCol="0" anchor="ctr"/>
          <a:lstStyle>
            <a:lvl1pPr algn="r">
              <a:defRPr sz="1400">
                <a:solidFill>
                  <a:schemeClr val="tx1">
                    <a:tint val="75000"/>
                  </a:schemeClr>
                </a:solidFill>
              </a:defRPr>
            </a:lvl1pPr>
          </a:lstStyle>
          <a:p>
            <a:fld id="{A8EF9831-35B4-4843-9AA9-F06FC1EDDB89}" type="slidenum">
              <a:rPr lang="en-US" smtClean="0">
                <a:solidFill>
                  <a:prstClr val="black">
                    <a:tint val="75000"/>
                  </a:prstClr>
                </a:solidFill>
              </a:rPr>
              <a:pPr/>
              <a:t>‹#›</a:t>
            </a:fld>
            <a:endParaRPr lang="en-US" dirty="0">
              <a:solidFill>
                <a:prstClr val="black">
                  <a:tint val="75000"/>
                </a:prstClr>
              </a:solidFill>
            </a:endParaRPr>
          </a:p>
        </p:txBody>
      </p:sp>
      <p:pic>
        <p:nvPicPr>
          <p:cNvPr id="2051" name="Picture 3" descr="C:\Users\SAJID\Desktop\two.jpg"/>
          <p:cNvPicPr>
            <a:picLocks noChangeAspect="1" noChangeArrowheads="1"/>
          </p:cNvPicPr>
          <p:nvPr userDrawn="1"/>
        </p:nvPicPr>
        <p:blipFill>
          <a:blip r:embed="rId14" cstate="print"/>
          <a:srcRect/>
          <a:stretch>
            <a:fillRect/>
          </a:stretch>
        </p:blipFill>
        <p:spPr bwMode="auto">
          <a:xfrm>
            <a:off x="-2881" y="0"/>
            <a:ext cx="16258943" cy="9144000"/>
          </a:xfrm>
          <a:prstGeom prst="rect">
            <a:avLst/>
          </a:prstGeom>
          <a:noFill/>
        </p:spPr>
      </p:pic>
    </p:spTree>
    <p:extLst>
      <p:ext uri="{BB962C8B-B14F-4D97-AF65-F5344CB8AC3E}">
        <p14:creationId xmlns:p14="http://schemas.microsoft.com/office/powerpoint/2010/main" val="15458809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1044976" rtl="0" eaLnBrk="1" latinLnBrk="0" hangingPunct="1">
        <a:spcBef>
          <a:spcPct val="0"/>
        </a:spcBef>
        <a:buNone/>
        <a:defRPr sz="5000" kern="1200">
          <a:solidFill>
            <a:schemeClr val="tx1"/>
          </a:solidFill>
          <a:latin typeface="+mj-lt"/>
          <a:ea typeface="+mj-ea"/>
          <a:cs typeface="+mj-cs"/>
        </a:defRPr>
      </a:lvl1pPr>
    </p:titleStyle>
    <p:bodyStyle>
      <a:lvl1pPr marL="391866" indent="-391866" algn="l" defTabSz="1044976" rtl="0" eaLnBrk="1" latinLnBrk="0" hangingPunct="1">
        <a:spcBef>
          <a:spcPct val="20000"/>
        </a:spcBef>
        <a:buFont typeface="Arial" pitchFamily="34" charset="0"/>
        <a:buChar char="•"/>
        <a:defRPr sz="3700" kern="1200">
          <a:solidFill>
            <a:schemeClr val="tx1"/>
          </a:solidFill>
          <a:latin typeface="+mn-lt"/>
          <a:ea typeface="+mn-ea"/>
          <a:cs typeface="+mn-cs"/>
        </a:defRPr>
      </a:lvl1pPr>
      <a:lvl2pPr marL="849043" indent="-326555" algn="l" defTabSz="1044976"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6220" indent="-261244" algn="l" defTabSz="1044976"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870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51197"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73685"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96173"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8661"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4114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en-US"/>
      </a:defPPr>
      <a:lvl1pPr marL="0" algn="l" defTabSz="1044976" rtl="0" eaLnBrk="1" latinLnBrk="0" hangingPunct="1">
        <a:defRPr sz="2100" kern="1200">
          <a:solidFill>
            <a:schemeClr val="tx1"/>
          </a:solidFill>
          <a:latin typeface="+mn-lt"/>
          <a:ea typeface="+mn-ea"/>
          <a:cs typeface="+mn-cs"/>
        </a:defRPr>
      </a:lvl1pPr>
      <a:lvl2pPr marL="522488" algn="l" defTabSz="1044976" rtl="0" eaLnBrk="1" latinLnBrk="0" hangingPunct="1">
        <a:defRPr sz="2100" kern="1200">
          <a:solidFill>
            <a:schemeClr val="tx1"/>
          </a:solidFill>
          <a:latin typeface="+mn-lt"/>
          <a:ea typeface="+mn-ea"/>
          <a:cs typeface="+mn-cs"/>
        </a:defRPr>
      </a:lvl2pPr>
      <a:lvl3pPr marL="1044976" algn="l" defTabSz="1044976" rtl="0" eaLnBrk="1" latinLnBrk="0" hangingPunct="1">
        <a:defRPr sz="2100" kern="1200">
          <a:solidFill>
            <a:schemeClr val="tx1"/>
          </a:solidFill>
          <a:latin typeface="+mn-lt"/>
          <a:ea typeface="+mn-ea"/>
          <a:cs typeface="+mn-cs"/>
        </a:defRPr>
      </a:lvl3pPr>
      <a:lvl4pPr marL="1567464" algn="l" defTabSz="1044976" rtl="0" eaLnBrk="1" latinLnBrk="0" hangingPunct="1">
        <a:defRPr sz="2100" kern="1200">
          <a:solidFill>
            <a:schemeClr val="tx1"/>
          </a:solidFill>
          <a:latin typeface="+mn-lt"/>
          <a:ea typeface="+mn-ea"/>
          <a:cs typeface="+mn-cs"/>
        </a:defRPr>
      </a:lvl4pPr>
      <a:lvl5pPr marL="2089953" algn="l" defTabSz="1044976" rtl="0" eaLnBrk="1" latinLnBrk="0" hangingPunct="1">
        <a:defRPr sz="2100" kern="1200">
          <a:solidFill>
            <a:schemeClr val="tx1"/>
          </a:solidFill>
          <a:latin typeface="+mn-lt"/>
          <a:ea typeface="+mn-ea"/>
          <a:cs typeface="+mn-cs"/>
        </a:defRPr>
      </a:lvl5pPr>
      <a:lvl6pPr marL="2612441" algn="l" defTabSz="1044976" rtl="0" eaLnBrk="1" latinLnBrk="0" hangingPunct="1">
        <a:defRPr sz="2100" kern="1200">
          <a:solidFill>
            <a:schemeClr val="tx1"/>
          </a:solidFill>
          <a:latin typeface="+mn-lt"/>
          <a:ea typeface="+mn-ea"/>
          <a:cs typeface="+mn-cs"/>
        </a:defRPr>
      </a:lvl6pPr>
      <a:lvl7pPr marL="3134929" algn="l" defTabSz="1044976" rtl="0" eaLnBrk="1" latinLnBrk="0" hangingPunct="1">
        <a:defRPr sz="2100" kern="1200">
          <a:solidFill>
            <a:schemeClr val="tx1"/>
          </a:solidFill>
          <a:latin typeface="+mn-lt"/>
          <a:ea typeface="+mn-ea"/>
          <a:cs typeface="+mn-cs"/>
        </a:defRPr>
      </a:lvl7pPr>
      <a:lvl8pPr marL="3657417" algn="l" defTabSz="1044976" rtl="0" eaLnBrk="1" latinLnBrk="0" hangingPunct="1">
        <a:defRPr sz="2100" kern="1200">
          <a:solidFill>
            <a:schemeClr val="tx1"/>
          </a:solidFill>
          <a:latin typeface="+mn-lt"/>
          <a:ea typeface="+mn-ea"/>
          <a:cs typeface="+mn-cs"/>
        </a:defRPr>
      </a:lvl8pPr>
      <a:lvl9pPr marL="4179905" algn="l" defTabSz="10449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AutoShape 2" descr="Image result for bismillah arabic images"/>
          <p:cNvSpPr>
            <a:spLocks noChangeAspect="1" noChangeArrowheads="1"/>
          </p:cNvSpPr>
          <p:nvPr/>
        </p:nvSpPr>
        <p:spPr bwMode="auto">
          <a:xfrm>
            <a:off x="1356406" y="-192614"/>
            <a:ext cx="467342"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52400" tIns="76200" rIns="152400" bIns="76200" numCol="1" anchor="t" anchorCtr="0" compatLnSpc="1">
            <a:prstTxWarp prst="textNoShape">
              <a:avLst/>
            </a:prstTxWarp>
          </a:bodyPr>
          <a:lstStyle/>
          <a:p>
            <a:endParaRPr lang="en-US" sz="35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0200" y="2667000"/>
            <a:ext cx="10515203" cy="5475817"/>
          </a:xfrm>
          <a:prstGeom prst="rect">
            <a:avLst/>
          </a:prstGeom>
        </p:spPr>
      </p:pic>
      <p:sp>
        <p:nvSpPr>
          <p:cNvPr id="6" name="Title 1">
            <a:extLst>
              <a:ext uri="{FF2B5EF4-FFF2-40B4-BE49-F238E27FC236}">
                <a16:creationId xmlns:a16="http://schemas.microsoft.com/office/drawing/2014/main" id="{1FD4AFF9-25A2-4447-8E8E-C39D94D4DB7B}"/>
              </a:ext>
            </a:extLst>
          </p:cNvPr>
          <p:cNvSpPr>
            <a:spLocks noGrp="1"/>
          </p:cNvSpPr>
          <p:nvPr>
            <p:ph type="ctrTitle"/>
          </p:nvPr>
        </p:nvSpPr>
        <p:spPr>
          <a:xfrm>
            <a:off x="2687320" y="304800"/>
            <a:ext cx="10881360" cy="1143000"/>
          </a:xfrm>
        </p:spPr>
        <p:txBody>
          <a:bodyPr/>
          <a:lstStyle/>
          <a:p>
            <a:r>
              <a:rPr lang="en-US" sz="4000" b="1" u="sng" dirty="0">
                <a:latin typeface="Times New Roman" panose="02020603050405020304" pitchFamily="18" charset="0"/>
                <a:cs typeface="Times New Roman" panose="02020603050405020304" pitchFamily="18" charset="0"/>
              </a:rPr>
              <a:t>Department Of Computer Science </a:t>
            </a:r>
            <a:r>
              <a:rPr lang="en-US" sz="7500" b="1" dirty="0"/>
              <a:t/>
            </a:r>
            <a:br>
              <a:rPr lang="en-US" sz="7500" b="1" dirty="0"/>
            </a:br>
            <a:endParaRPr lang="en-US" sz="3200" b="1" dirty="0"/>
          </a:p>
        </p:txBody>
      </p:sp>
    </p:spTree>
    <p:extLst>
      <p:ext uri="{BB962C8B-B14F-4D97-AF65-F5344CB8AC3E}">
        <p14:creationId xmlns:p14="http://schemas.microsoft.com/office/powerpoint/2010/main" val="3787493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5800" y="457200"/>
            <a:ext cx="13289280" cy="1143000"/>
          </a:xfrm>
        </p:spPr>
        <p:txBody>
          <a:bodyPr/>
          <a:lstStyle/>
          <a:p>
            <a:r>
              <a:rPr lang="en-US" sz="2800" b="1" u="sng" dirty="0">
                <a:latin typeface="Times New Roman" panose="02020603050405020304" pitchFamily="18" charset="0"/>
                <a:ea typeface="Tahoma" panose="020B0604030504040204" pitchFamily="34" charset="0"/>
                <a:cs typeface="Times New Roman" panose="02020603050405020304" pitchFamily="18" charset="0"/>
              </a:rPr>
              <a:t>Software Requirement Specification </a:t>
            </a:r>
            <a:r>
              <a:rPr lang="en-US" sz="2800" b="1" dirty="0">
                <a:latin typeface="Times New Roman" panose="02020603050405020304" pitchFamily="18" charset="0"/>
                <a:ea typeface="Tahoma" panose="020B0604030504040204" pitchFamily="34" charset="0"/>
                <a:cs typeface="Times New Roman" panose="02020603050405020304" pitchFamily="18" charset="0"/>
              </a:rPr>
              <a:t/>
            </a:r>
            <a:br>
              <a:rPr lang="en-US" sz="2800" b="1" dirty="0">
                <a:latin typeface="Times New Roman" panose="02020603050405020304" pitchFamily="18" charset="0"/>
                <a:ea typeface="Tahoma" panose="020B0604030504040204" pitchFamily="34" charset="0"/>
                <a:cs typeface="Times New Roman" panose="02020603050405020304" pitchFamily="18" charset="0"/>
              </a:rPr>
            </a:br>
            <a:r>
              <a:rPr lang="en-US" sz="2800" b="1" dirty="0" err="1">
                <a:latin typeface="Times New Roman" panose="02020603050405020304" pitchFamily="18" charset="0"/>
                <a:ea typeface="Geist Bold" pitchFamily="34" charset="-122"/>
                <a:cs typeface="Times New Roman" panose="02020603050405020304" pitchFamily="18" charset="0"/>
              </a:rPr>
              <a:t>PodCraft</a:t>
            </a:r>
            <a:r>
              <a:rPr lang="en-US" sz="2800" b="1" dirty="0">
                <a:latin typeface="Times New Roman" panose="02020603050405020304" pitchFamily="18" charset="0"/>
                <a:ea typeface="Geist Bold" pitchFamily="34" charset="-122"/>
                <a:cs typeface="Times New Roman" panose="02020603050405020304" pitchFamily="18" charset="0"/>
              </a:rPr>
              <a:t>: Agentic AI Podcast Episode Planning System</a:t>
            </a:r>
            <a:r>
              <a:rPr lang="en-US" sz="2800" b="1" dirty="0">
                <a:latin typeface="Times New Roman" panose="02020603050405020304" pitchFamily="18" charset="0"/>
                <a:ea typeface="Tahoma" panose="020B0604030504040204" pitchFamily="34" charset="0"/>
                <a:cs typeface="Times New Roman" panose="02020603050405020304" pitchFamily="18" charset="0"/>
              </a:rPr>
              <a:t/>
            </a:r>
            <a:br>
              <a:rPr lang="en-US" sz="2800" b="1" dirty="0">
                <a:latin typeface="Times New Roman" panose="02020603050405020304" pitchFamily="18" charset="0"/>
                <a:ea typeface="Tahoma" panose="020B0604030504040204" pitchFamily="34" charset="0"/>
                <a:cs typeface="Times New Roman" panose="02020603050405020304" pitchFamily="18" charset="0"/>
              </a:rPr>
            </a:br>
            <a:endParaRPr lang="en-US" sz="28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p:cNvSpPr txBox="1">
            <a:spLocks/>
          </p:cNvSpPr>
          <p:nvPr/>
        </p:nvSpPr>
        <p:spPr>
          <a:xfrm>
            <a:off x="355600" y="2567766"/>
            <a:ext cx="8839200" cy="4823634"/>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l">
              <a:buFont typeface="Arial" panose="020B0604020202020204" pitchFamily="34" charset="0"/>
              <a:buChar char="•"/>
            </a:pPr>
            <a:r>
              <a:rPr lang="en-US" sz="3000" b="1" dirty="0" err="1">
                <a:solidFill>
                  <a:prstClr val="black"/>
                </a:solidFill>
                <a:latin typeface="Times New Roman" panose="02020603050405020304" pitchFamily="18" charset="0"/>
                <a:cs typeface="Times New Roman" panose="02020603050405020304" pitchFamily="18" charset="0"/>
              </a:rPr>
              <a:t>Asna</a:t>
            </a:r>
            <a:r>
              <a:rPr lang="en-US" sz="3000" b="1" dirty="0">
                <a:solidFill>
                  <a:prstClr val="black"/>
                </a:solidFill>
                <a:latin typeface="Times New Roman" panose="02020603050405020304" pitchFamily="18" charset="0"/>
                <a:cs typeface="Times New Roman" panose="02020603050405020304" pitchFamily="18" charset="0"/>
              </a:rPr>
              <a:t> </a:t>
            </a:r>
            <a:r>
              <a:rPr lang="en-US" sz="3000" b="1" dirty="0" err="1">
                <a:solidFill>
                  <a:prstClr val="black"/>
                </a:solidFill>
                <a:latin typeface="Times New Roman" panose="02020603050405020304" pitchFamily="18" charset="0"/>
                <a:cs typeface="Times New Roman" panose="02020603050405020304" pitchFamily="18" charset="0"/>
              </a:rPr>
              <a:t>Hammad</a:t>
            </a:r>
            <a:endParaRPr lang="en-US" sz="3000" b="1" dirty="0">
              <a:solidFill>
                <a:prstClr val="black"/>
              </a:solidFill>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US" sz="2600"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rPr>
              <a:t>FA23-BDS-051</a:t>
            </a:r>
            <a:endParaRPr lang="en-US" sz="2600" dirty="0">
              <a:solidFill>
                <a:prstClr val="black"/>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l">
              <a:buFont typeface="Arial" panose="020B0604020202020204" pitchFamily="34" charset="0"/>
              <a:buChar char="•"/>
            </a:pPr>
            <a:endParaRPr lang="en-US" sz="1200" dirty="0">
              <a:solidFill>
                <a:prstClr val="black"/>
              </a:solidFill>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US" sz="3000" b="1" dirty="0" err="1">
                <a:solidFill>
                  <a:prstClr val="black"/>
                </a:solidFill>
                <a:latin typeface="Times New Roman" panose="02020603050405020304" pitchFamily="18" charset="0"/>
                <a:cs typeface="Times New Roman" panose="02020603050405020304" pitchFamily="18" charset="0"/>
              </a:rPr>
              <a:t>Awais</a:t>
            </a:r>
            <a:r>
              <a:rPr lang="en-US" sz="3000" b="1" dirty="0">
                <a:solidFill>
                  <a:prstClr val="black"/>
                </a:solidFill>
                <a:latin typeface="Times New Roman" panose="02020603050405020304" pitchFamily="18" charset="0"/>
                <a:cs typeface="Times New Roman" panose="02020603050405020304" pitchFamily="18" charset="0"/>
              </a:rPr>
              <a:t> Ashraf</a:t>
            </a:r>
          </a:p>
          <a:p>
            <a:pPr marL="457200" indent="-457200" algn="l">
              <a:buFont typeface="Arial" panose="020B0604020202020204" pitchFamily="34" charset="0"/>
              <a:buChar char="•"/>
            </a:pPr>
            <a:r>
              <a:rPr lang="en-US" sz="3000" dirty="0">
                <a:solidFill>
                  <a:prstClr val="black"/>
                </a:solidFill>
                <a:latin typeface="Times New Roman" panose="02020603050405020304" pitchFamily="18" charset="0"/>
                <a:cs typeface="Times New Roman" panose="02020603050405020304" pitchFamily="18" charset="0"/>
              </a:rPr>
              <a:t>FA23-BDS-053</a:t>
            </a:r>
          </a:p>
          <a:p>
            <a:pPr marL="457200" indent="-457200" algn="l">
              <a:buFont typeface="Arial" panose="020B0604020202020204" pitchFamily="34" charset="0"/>
              <a:buChar char="•"/>
            </a:pPr>
            <a:endParaRPr lang="en-US" sz="1200" b="1" dirty="0">
              <a:solidFill>
                <a:prstClr val="black"/>
              </a:solidFill>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endParaRPr lang="en-US" dirty="0">
              <a:solidFill>
                <a:prstClr val="black"/>
              </a:solidFill>
              <a:latin typeface="Times New Roman" panose="02020603050405020304" pitchFamily="18" charset="0"/>
              <a:cs typeface="Times New Roman" panose="02020603050405020304" pitchFamily="18" charset="0"/>
            </a:endParaRPr>
          </a:p>
          <a:p>
            <a:pPr algn="l"/>
            <a:endParaRPr lang="en-US" dirty="0">
              <a:solidFill>
                <a:prstClr val="black"/>
              </a:solidFill>
              <a:latin typeface="Calibri"/>
            </a:endParaRPr>
          </a:p>
        </p:txBody>
      </p:sp>
      <p:sp>
        <p:nvSpPr>
          <p:cNvPr id="4" name="Rectangle 3"/>
          <p:cNvSpPr/>
          <p:nvPr/>
        </p:nvSpPr>
        <p:spPr>
          <a:xfrm>
            <a:off x="9787614" y="2564610"/>
            <a:ext cx="6080760" cy="4260502"/>
          </a:xfrm>
          <a:prstGeom prst="rect">
            <a:avLst/>
          </a:prstGeom>
        </p:spPr>
        <p:txBody>
          <a:bodyPr wrap="square" lIns="104498" tIns="52249" rIns="104498" bIns="52249">
            <a:spAutoFit/>
          </a:bodyPr>
          <a:lstStyle/>
          <a:p>
            <a:r>
              <a:rPr lang="en-US" sz="3000" b="1" dirty="0">
                <a:solidFill>
                  <a:prstClr val="black"/>
                </a:solidFill>
                <a:latin typeface="Times New Roman" panose="02020603050405020304" pitchFamily="18" charset="0"/>
                <a:cs typeface="Times New Roman" panose="02020603050405020304" pitchFamily="18" charset="0"/>
              </a:rPr>
              <a:t>Supervisor: </a:t>
            </a:r>
          </a:p>
          <a:p>
            <a:r>
              <a:rPr lang="en-US" sz="3000" dirty="0">
                <a:solidFill>
                  <a:prstClr val="black"/>
                </a:solidFill>
                <a:latin typeface="Times New Roman" panose="02020603050405020304" pitchFamily="18" charset="0"/>
                <a:cs typeface="Times New Roman" panose="02020603050405020304" pitchFamily="18" charset="0"/>
              </a:rPr>
              <a:t>Dr. </a:t>
            </a:r>
            <a:r>
              <a:rPr lang="en-US" sz="3000" dirty="0" err="1">
                <a:solidFill>
                  <a:prstClr val="black"/>
                </a:solidFill>
                <a:latin typeface="Times New Roman" panose="02020603050405020304" pitchFamily="18" charset="0"/>
                <a:cs typeface="Times New Roman" panose="02020603050405020304" pitchFamily="18" charset="0"/>
              </a:rPr>
              <a:t>Tehseen</a:t>
            </a:r>
            <a:r>
              <a:rPr lang="en-US" sz="3000" dirty="0">
                <a:solidFill>
                  <a:prstClr val="black"/>
                </a:solidFill>
                <a:latin typeface="Times New Roman" panose="02020603050405020304" pitchFamily="18" charset="0"/>
                <a:cs typeface="Times New Roman" panose="02020603050405020304" pitchFamily="18" charset="0"/>
              </a:rPr>
              <a:t> Raza </a:t>
            </a:r>
            <a:r>
              <a:rPr lang="en-US" sz="3000" dirty="0" err="1">
                <a:solidFill>
                  <a:prstClr val="black"/>
                </a:solidFill>
                <a:latin typeface="Times New Roman" panose="02020603050405020304" pitchFamily="18" charset="0"/>
                <a:cs typeface="Times New Roman" panose="02020603050405020304" pitchFamily="18" charset="0"/>
              </a:rPr>
              <a:t>Abbassi</a:t>
            </a:r>
            <a:endParaRPr lang="en-US" sz="3000" dirty="0">
              <a:solidFill>
                <a:prstClr val="black"/>
              </a:solidFill>
              <a:latin typeface="Times New Roman" panose="02020603050405020304" pitchFamily="18" charset="0"/>
              <a:cs typeface="Times New Roman" panose="02020603050405020304" pitchFamily="18" charset="0"/>
            </a:endParaRPr>
          </a:p>
          <a:p>
            <a:endParaRPr lang="en-US" sz="3000" b="1" dirty="0">
              <a:solidFill>
                <a:prstClr val="black"/>
              </a:solidFill>
              <a:latin typeface="Times New Roman" panose="02020603050405020304" pitchFamily="18" charset="0"/>
              <a:cs typeface="Times New Roman" panose="02020603050405020304" pitchFamily="18" charset="0"/>
            </a:endParaRPr>
          </a:p>
          <a:p>
            <a:endParaRPr lang="en-GB" sz="3000" dirty="0">
              <a:solidFill>
                <a:prstClr val="black"/>
              </a:solidFill>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Department Of Computer Science</a:t>
            </a:r>
          </a:p>
          <a:p>
            <a:endParaRPr lang="en-US" sz="3000" dirty="0">
              <a:latin typeface="Times New Roman" panose="02020603050405020304" pitchFamily="18" charset="0"/>
              <a:cs typeface="Times New Roman" panose="02020603050405020304" pitchFamily="18" charset="0"/>
            </a:endParaRPr>
          </a:p>
          <a:p>
            <a:endParaRPr lang="en-US" sz="3000" dirty="0">
              <a:latin typeface="Times New Roman" panose="02020603050405020304" pitchFamily="18" charset="0"/>
              <a:cs typeface="Times New Roman" panose="02020603050405020304" pitchFamily="18" charset="0"/>
            </a:endParaRPr>
          </a:p>
          <a:p>
            <a:r>
              <a:rPr lang="en-US" sz="3000" b="1" dirty="0">
                <a:solidFill>
                  <a:prstClr val="black"/>
                </a:solidFill>
                <a:latin typeface="Times New Roman" panose="02020603050405020304" pitchFamily="18" charset="0"/>
                <a:cs typeface="Times New Roman" panose="02020603050405020304" pitchFamily="18" charset="0"/>
              </a:rPr>
              <a:t>Submission Date</a:t>
            </a:r>
            <a:r>
              <a:rPr lang="en-US" sz="3000" dirty="0">
                <a:solidFill>
                  <a:prstClr val="black"/>
                </a:solidFill>
                <a:latin typeface="Times New Roman" panose="02020603050405020304" pitchFamily="18" charset="0"/>
                <a:cs typeface="Times New Roman" panose="02020603050405020304" pitchFamily="18" charset="0"/>
              </a:rPr>
              <a:t>: 3</a:t>
            </a:r>
            <a:r>
              <a:rPr lang="en-US" sz="3000" baseline="30000" dirty="0">
                <a:solidFill>
                  <a:prstClr val="black"/>
                </a:solidFill>
                <a:latin typeface="Times New Roman" panose="02020603050405020304" pitchFamily="18" charset="0"/>
                <a:cs typeface="Times New Roman" panose="02020603050405020304" pitchFamily="18" charset="0"/>
              </a:rPr>
              <a:t>rd</a:t>
            </a:r>
            <a:r>
              <a:rPr lang="en-US" sz="3000" dirty="0">
                <a:solidFill>
                  <a:prstClr val="black"/>
                </a:solidFill>
                <a:latin typeface="Times New Roman" panose="02020603050405020304" pitchFamily="18" charset="0"/>
                <a:cs typeface="Times New Roman" panose="02020603050405020304" pitchFamily="18" charset="0"/>
              </a:rPr>
              <a:t> April 2026</a:t>
            </a:r>
          </a:p>
          <a:p>
            <a:r>
              <a:rPr lang="en-US" sz="3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572622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0881360" cy="1143000"/>
          </a:xfrm>
        </p:spPr>
        <p:txBody>
          <a:bodyPr/>
          <a:lstStyle/>
          <a:p>
            <a:r>
              <a:rPr lang="en-US" sz="4500" b="1" u="sng" dirty="0">
                <a:latin typeface="Times New Roman" panose="02020603050405020304" pitchFamily="18" charset="0"/>
                <a:cs typeface="Times New Roman" panose="02020603050405020304" pitchFamily="18" charset="0"/>
              </a:rPr>
              <a:t>Project Category</a:t>
            </a:r>
            <a:br>
              <a:rPr lang="en-US" sz="4500" b="1" u="sng" dirty="0">
                <a:latin typeface="Times New Roman" panose="02020603050405020304" pitchFamily="18" charset="0"/>
                <a:cs typeface="Times New Roman" panose="02020603050405020304" pitchFamily="18" charset="0"/>
              </a:rPr>
            </a:br>
            <a:r>
              <a:rPr lang="en-US" sz="7500" b="1" dirty="0"/>
              <a:t/>
            </a:r>
            <a:br>
              <a:rPr lang="en-US" sz="7500" b="1" dirty="0"/>
            </a:br>
            <a:endParaRPr lang="en-US" sz="3200" b="1" dirty="0"/>
          </a:p>
        </p:txBody>
      </p:sp>
      <p:sp>
        <p:nvSpPr>
          <p:cNvPr id="3" name="Content Placeholder 2"/>
          <p:cNvSpPr txBox="1">
            <a:spLocks/>
          </p:cNvSpPr>
          <p:nvPr/>
        </p:nvSpPr>
        <p:spPr>
          <a:xfrm>
            <a:off x="355600" y="2129081"/>
            <a:ext cx="15544800" cy="67101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522488" indent="-388238" algn="l"/>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B-</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Web Application/Web Application based Information System </a:t>
            </a:r>
          </a:p>
          <a:p>
            <a:pPr marL="522488" indent="-388238" algn="l"/>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E-</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Smartphone Application </a:t>
            </a: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522488" indent="-388238" algn="l"/>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J- </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Artificial Intelligence</a:t>
            </a:r>
          </a:p>
          <a:p>
            <a:pPr marL="522488" indent="-388238" algn="l"/>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M</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Database &amp; Cloud Services</a:t>
            </a:r>
          </a:p>
          <a:p>
            <a:pPr algn="l"/>
            <a:endParaRPr lang="en-US" dirty="0">
              <a:solidFill>
                <a:prstClr val="black"/>
              </a:solidFill>
              <a:latin typeface="Calibri"/>
            </a:endParaRPr>
          </a:p>
        </p:txBody>
      </p:sp>
    </p:spTree>
    <p:extLst>
      <p:ext uri="{BB962C8B-B14F-4D97-AF65-F5344CB8AC3E}">
        <p14:creationId xmlns:p14="http://schemas.microsoft.com/office/powerpoint/2010/main" val="2341704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0881360" cy="1143000"/>
          </a:xfrm>
        </p:spPr>
        <p:txBody>
          <a:bodyPr/>
          <a:lstStyle/>
          <a:p>
            <a:r>
              <a:rPr lang="en-US" sz="6400" b="1" u="sng" dirty="0">
                <a:latin typeface="Times New Roman" panose="02020603050405020304" pitchFamily="18" charset="0"/>
                <a:cs typeface="Times New Roman" panose="02020603050405020304" pitchFamily="18" charset="0"/>
              </a:rPr>
              <a:t>Research Based Project</a:t>
            </a:r>
            <a:br>
              <a:rPr lang="en-US" sz="6400" b="1" u="sng" dirty="0">
                <a:latin typeface="Times New Roman" panose="02020603050405020304" pitchFamily="18" charset="0"/>
                <a:cs typeface="Times New Roman" panose="02020603050405020304" pitchFamily="18" charset="0"/>
              </a:rPr>
            </a:br>
            <a:r>
              <a:rPr lang="en-US" sz="6400" b="1" u="sng" dirty="0"/>
              <a:t/>
            </a:r>
            <a:br>
              <a:rPr lang="en-US" sz="6400" b="1" u="sng" dirty="0"/>
            </a:br>
            <a:endParaRPr lang="en-US" sz="6400" b="1" u="sng" dirty="0"/>
          </a:p>
        </p:txBody>
      </p:sp>
      <p:sp>
        <p:nvSpPr>
          <p:cNvPr id="3" name="Content Placeholder 2"/>
          <p:cNvSpPr txBox="1">
            <a:spLocks/>
          </p:cNvSpPr>
          <p:nvPr/>
        </p:nvSpPr>
        <p:spPr>
          <a:xfrm>
            <a:off x="355600" y="2129081"/>
            <a:ext cx="15544800" cy="67101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91866" indent="-391866" algn="just">
              <a:buFont typeface="Arial" pitchFamily="34" charset="0"/>
              <a:buChar char="•"/>
            </a:pPr>
            <a:r>
              <a:rPr lang="en-US" sz="3600" b="1" dirty="0">
                <a:solidFill>
                  <a:schemeClr val="tx1">
                    <a:lumMod val="95000"/>
                    <a:lumOff val="5000"/>
                  </a:schemeClr>
                </a:solidFill>
                <a:latin typeface="Times New Roman" panose="02020603050405020304" pitchFamily="18" charset="0"/>
                <a:cs typeface="Times New Roman" panose="02020603050405020304" pitchFamily="18" charset="0"/>
              </a:rPr>
              <a:t>Yes</a:t>
            </a:r>
            <a:r>
              <a:rPr lang="en-US" sz="3600"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457200" indent="-457200" algn="l">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Papers to be Studied:</a:t>
            </a:r>
            <a:endParaRPr lang="en-US" dirty="0">
              <a:solidFill>
                <a:schemeClr val="tx1"/>
              </a:solidFill>
              <a:latin typeface="Times New Roman" panose="02020603050405020304" pitchFamily="18" charset="0"/>
              <a:cs typeface="Times New Roman" panose="02020603050405020304" pitchFamily="18" charset="0"/>
            </a:endParaRPr>
          </a:p>
          <a:p>
            <a:pPr marL="971550" lvl="1" indent="-514350" algn="l">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Software Engineering: </a:t>
            </a:r>
            <a:r>
              <a:rPr lang="en-US" i="1" dirty="0">
                <a:solidFill>
                  <a:schemeClr val="tx1"/>
                </a:solidFill>
                <a:latin typeface="Times New Roman" panose="02020603050405020304" pitchFamily="18" charset="0"/>
                <a:cs typeface="Times New Roman" panose="02020603050405020304" pitchFamily="18" charset="0"/>
              </a:rPr>
              <a:t>A Practitioner's Approach</a:t>
            </a:r>
            <a:r>
              <a:rPr lang="en-US" dirty="0">
                <a:solidFill>
                  <a:schemeClr val="tx1"/>
                </a:solidFill>
                <a:latin typeface="Times New Roman" panose="02020603050405020304" pitchFamily="18" charset="0"/>
                <a:cs typeface="Times New Roman" panose="02020603050405020304" pitchFamily="18" charset="0"/>
              </a:rPr>
              <a:t> (R. S. Pressman &amp; B. R. Maxim)</a:t>
            </a:r>
          </a:p>
          <a:p>
            <a:pPr marL="971550" lvl="1" indent="-514350" algn="l">
              <a:buFont typeface="+mj-lt"/>
              <a:buAutoNum type="arabicPeriod"/>
            </a:pPr>
            <a:r>
              <a:rPr lang="en-US" i="1" dirty="0">
                <a:solidFill>
                  <a:schemeClr val="tx1"/>
                </a:solidFill>
                <a:latin typeface="Times New Roman" panose="02020603050405020304" pitchFamily="18" charset="0"/>
                <a:cs typeface="Times New Roman" panose="02020603050405020304" pitchFamily="18" charset="0"/>
              </a:rPr>
              <a:t>Artificial Intelligence in Content Generation</a:t>
            </a:r>
            <a:r>
              <a:rPr lang="en-US" dirty="0">
                <a:solidFill>
                  <a:schemeClr val="tx1"/>
                </a:solidFill>
                <a:latin typeface="Times New Roman" panose="02020603050405020304" pitchFamily="18" charset="0"/>
                <a:cs typeface="Times New Roman" panose="02020603050405020304" pitchFamily="18" charset="0"/>
              </a:rPr>
              <a:t> (S. B. Roy &amp; A. Das)</a:t>
            </a:r>
          </a:p>
          <a:p>
            <a:pPr marL="971550" lvl="1" indent="-514350" algn="l">
              <a:buFont typeface="+mj-lt"/>
              <a:buAutoNum type="arabicPeriod"/>
            </a:pPr>
            <a:r>
              <a:rPr lang="en-US" i="1" dirty="0">
                <a:solidFill>
                  <a:schemeClr val="tx1"/>
                </a:solidFill>
                <a:latin typeface="Times New Roman" panose="02020603050405020304" pitchFamily="18" charset="0"/>
                <a:cs typeface="Times New Roman" panose="02020603050405020304" pitchFamily="18" charset="0"/>
              </a:rPr>
              <a:t>Applications of Natural Language Processing in Digital Media</a:t>
            </a:r>
            <a:r>
              <a:rPr lang="en-US" dirty="0">
                <a:solidFill>
                  <a:schemeClr val="tx1"/>
                </a:solidFill>
                <a:latin typeface="Times New Roman" panose="02020603050405020304" pitchFamily="18" charset="0"/>
                <a:cs typeface="Times New Roman" panose="02020603050405020304" pitchFamily="18" charset="0"/>
              </a:rPr>
              <a:t> (L. Zhang &amp; M. Lee)</a:t>
            </a:r>
          </a:p>
          <a:p>
            <a:pPr marL="971550" lvl="1" indent="-514350" algn="l">
              <a:buFont typeface="+mj-lt"/>
              <a:buAutoNum type="arabicPeriod"/>
            </a:pPr>
            <a:r>
              <a:rPr lang="en-US" i="1" dirty="0">
                <a:solidFill>
                  <a:schemeClr val="tx1"/>
                </a:solidFill>
                <a:latin typeface="Times New Roman" panose="02020603050405020304" pitchFamily="18" charset="0"/>
                <a:cs typeface="Times New Roman" panose="02020603050405020304" pitchFamily="18" charset="0"/>
              </a:rPr>
              <a:t>Automated Content Structuring Using Intelligent Agents</a:t>
            </a:r>
            <a:r>
              <a:rPr lang="en-US" dirty="0">
                <a:solidFill>
                  <a:schemeClr val="tx1"/>
                </a:solidFill>
                <a:latin typeface="Times New Roman" panose="02020603050405020304" pitchFamily="18" charset="0"/>
                <a:cs typeface="Times New Roman" panose="02020603050405020304" pitchFamily="18" charset="0"/>
              </a:rPr>
              <a:t> (J. Kim &amp; P. Robinson)</a:t>
            </a:r>
          </a:p>
          <a:p>
            <a:pPr marL="971550" lvl="1" indent="-514350" algn="l">
              <a:buFont typeface="+mj-lt"/>
              <a:buAutoNum type="arabicPeriod"/>
            </a:pPr>
            <a:r>
              <a:rPr lang="en-US" i="1" dirty="0">
                <a:solidFill>
                  <a:schemeClr val="tx1"/>
                </a:solidFill>
                <a:latin typeface="Times New Roman" panose="02020603050405020304" pitchFamily="18" charset="0"/>
                <a:cs typeface="Times New Roman" panose="02020603050405020304" pitchFamily="18" charset="0"/>
              </a:rPr>
              <a:t>AI-Based Conversational Systems for Creative Industries</a:t>
            </a:r>
            <a:r>
              <a:rPr lang="en-US" dirty="0">
                <a:solidFill>
                  <a:schemeClr val="tx1"/>
                </a:solidFill>
                <a:latin typeface="Times New Roman" panose="02020603050405020304" pitchFamily="18" charset="0"/>
                <a:cs typeface="Times New Roman" panose="02020603050405020304" pitchFamily="18" charset="0"/>
              </a:rPr>
              <a:t> (T. Williams)</a:t>
            </a:r>
          </a:p>
          <a:p>
            <a:pPr marL="391866" indent="-391866" algn="l">
              <a:buFont typeface="Arial" pitchFamily="34" charset="0"/>
              <a:buChar char="•"/>
            </a:pP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3714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0881360" cy="1143000"/>
          </a:xfrm>
        </p:spPr>
        <p:txBody>
          <a:bodyPr/>
          <a:lstStyle/>
          <a:p>
            <a:r>
              <a:rPr lang="en-US" sz="6600" b="1" u="sng" dirty="0">
                <a:latin typeface="Times New Roman" panose="02020603050405020304" pitchFamily="18" charset="0"/>
                <a:cs typeface="Times New Roman" panose="02020603050405020304" pitchFamily="18" charset="0"/>
              </a:rPr>
              <a:t>Introduction</a:t>
            </a:r>
            <a:br>
              <a:rPr lang="en-US" sz="6600" b="1" u="sng" dirty="0">
                <a:latin typeface="Times New Roman" panose="02020603050405020304" pitchFamily="18" charset="0"/>
                <a:cs typeface="Times New Roman" panose="02020603050405020304" pitchFamily="18" charset="0"/>
              </a:rPr>
            </a:br>
            <a:r>
              <a:rPr lang="en-US" sz="11500" b="1" dirty="0"/>
              <a:t/>
            </a:r>
            <a:br>
              <a:rPr lang="en-US" sz="11500" b="1" dirty="0"/>
            </a:br>
            <a:endParaRPr lang="en-US" sz="4800" b="1" dirty="0"/>
          </a:p>
        </p:txBody>
      </p:sp>
      <p:sp>
        <p:nvSpPr>
          <p:cNvPr id="3" name="Content Placeholder 2"/>
          <p:cNvSpPr txBox="1">
            <a:spLocks/>
          </p:cNvSpPr>
          <p:nvPr/>
        </p:nvSpPr>
        <p:spPr>
          <a:xfrm>
            <a:off x="355600" y="2129081"/>
            <a:ext cx="15544800" cy="67101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3600" b="1" dirty="0">
                <a:solidFill>
                  <a:schemeClr val="tx1"/>
                </a:solidFill>
                <a:latin typeface="Times New Roman" panose="02020603050405020304" pitchFamily="18" charset="0"/>
                <a:ea typeface="Geist Bold" pitchFamily="34" charset="-122"/>
                <a:cs typeface="Times New Roman" panose="02020603050405020304" pitchFamily="18" charset="0"/>
              </a:rPr>
              <a:t>Purpose:</a:t>
            </a:r>
          </a:p>
          <a:p>
            <a:pPr marL="914400" lvl="1" indent="-457200" algn="l">
              <a:buFont typeface="Arial" panose="020B0604020202020204" pitchFamily="34" charset="0"/>
              <a:buChar char="•"/>
            </a:pPr>
            <a:r>
              <a:rPr lang="en-US" sz="3200" dirty="0">
                <a:solidFill>
                  <a:schemeClr val="tx1"/>
                </a:solidFill>
                <a:latin typeface="Times New Roman" panose="02020603050405020304" pitchFamily="18" charset="0"/>
                <a:ea typeface="Geist" pitchFamily="34" charset="-122"/>
                <a:cs typeface="Times New Roman" panose="02020603050405020304" pitchFamily="18" charset="0"/>
              </a:rPr>
              <a:t>To develop a smart platform that assists podcasters in preparing structured episodes with minimal manual effort.</a:t>
            </a:r>
          </a:p>
          <a:p>
            <a:pPr algn="l"/>
            <a:r>
              <a:rPr lang="en-US" sz="3600" b="1" dirty="0">
                <a:solidFill>
                  <a:schemeClr val="tx1"/>
                </a:solidFill>
                <a:latin typeface="Times New Roman" panose="02020603050405020304" pitchFamily="18" charset="0"/>
                <a:ea typeface="Geist Bold" pitchFamily="34" charset="-122"/>
                <a:cs typeface="Times New Roman" panose="02020603050405020304" pitchFamily="18" charset="0"/>
              </a:rPr>
              <a:t>Key Goals:</a:t>
            </a:r>
            <a:endParaRPr lang="en-US" sz="3600" dirty="0">
              <a:solidFill>
                <a:schemeClr val="tx1"/>
              </a:solidFill>
              <a:latin typeface="Times New Roman" panose="02020603050405020304" pitchFamily="18" charset="0"/>
              <a:cs typeface="Times New Roman" panose="02020603050405020304" pitchFamily="18" charset="0"/>
            </a:endParaRPr>
          </a:p>
          <a:p>
            <a:pPr marL="1028700" lvl="1" indent="-571500" algn="l">
              <a:buSzPct val="100000"/>
              <a:buFont typeface="Arial" panose="020B0604020202020204" pitchFamily="34" charset="0"/>
              <a:buChar char="•"/>
            </a:pPr>
            <a:r>
              <a:rPr lang="en-US" sz="3200" dirty="0">
                <a:solidFill>
                  <a:schemeClr val="tx1"/>
                </a:solidFill>
                <a:latin typeface="Times New Roman" panose="02020603050405020304" pitchFamily="18" charset="0"/>
                <a:ea typeface="Geist" pitchFamily="34" charset="-122"/>
                <a:cs typeface="Times New Roman" panose="02020603050405020304" pitchFamily="18" charset="0"/>
              </a:rPr>
              <a:t>Modernize podcast planning by combining AI automation with creative assistance.</a:t>
            </a:r>
            <a:endParaRPr lang="en-US" sz="3200" dirty="0">
              <a:solidFill>
                <a:schemeClr val="tx1"/>
              </a:solidFill>
              <a:latin typeface="Times New Roman" panose="02020603050405020304" pitchFamily="18" charset="0"/>
              <a:cs typeface="Times New Roman" panose="02020603050405020304" pitchFamily="18" charset="0"/>
            </a:endParaRPr>
          </a:p>
          <a:p>
            <a:pPr marL="914400" lvl="1" indent="-457200" algn="l">
              <a:buSzPct val="100000"/>
              <a:buFont typeface="Arial" panose="020B0604020202020204" pitchFamily="34" charset="0"/>
              <a:buChar char="•"/>
            </a:pPr>
            <a:r>
              <a:rPr lang="en-US" sz="3200" dirty="0">
                <a:solidFill>
                  <a:schemeClr val="tx1"/>
                </a:solidFill>
                <a:latin typeface="Times New Roman" panose="02020603050405020304" pitchFamily="18" charset="0"/>
                <a:ea typeface="Geist" pitchFamily="34" charset="-122"/>
                <a:cs typeface="Times New Roman" panose="02020603050405020304" pitchFamily="18" charset="0"/>
              </a:rPr>
              <a:t>Provide intelligent research, content planning, and episode structuring support.</a:t>
            </a:r>
            <a:endParaRPr lang="en-US" sz="3200" dirty="0">
              <a:solidFill>
                <a:schemeClr val="tx1"/>
              </a:solidFill>
              <a:latin typeface="Times New Roman" panose="02020603050405020304" pitchFamily="18" charset="0"/>
              <a:cs typeface="Times New Roman" panose="02020603050405020304" pitchFamily="18" charset="0"/>
            </a:endParaRPr>
          </a:p>
          <a:p>
            <a:pPr algn="l"/>
            <a:r>
              <a:rPr lang="en-US" sz="3600" b="1" dirty="0">
                <a:solidFill>
                  <a:schemeClr val="tx1"/>
                </a:solidFill>
                <a:latin typeface="Times New Roman" panose="02020603050405020304" pitchFamily="18" charset="0"/>
                <a:ea typeface="Geist Bold" pitchFamily="34" charset="-122"/>
                <a:cs typeface="Times New Roman" panose="02020603050405020304" pitchFamily="18" charset="0"/>
              </a:rPr>
              <a:t>Impact:</a:t>
            </a:r>
            <a:endParaRPr lang="en-US" sz="3600" dirty="0">
              <a:solidFill>
                <a:schemeClr val="tx1"/>
              </a:solidFill>
              <a:latin typeface="Times New Roman" panose="02020603050405020304" pitchFamily="18" charset="0"/>
              <a:cs typeface="Times New Roman" panose="02020603050405020304" pitchFamily="18" charset="0"/>
            </a:endParaRPr>
          </a:p>
          <a:p>
            <a:pPr marL="914400" lvl="1" indent="-457200" algn="l">
              <a:buFont typeface="Arial" panose="020B0604020202020204" pitchFamily="34" charset="0"/>
              <a:buChar char="•"/>
            </a:pPr>
            <a:r>
              <a:rPr lang="en-US" sz="3200" dirty="0">
                <a:solidFill>
                  <a:schemeClr val="tx1"/>
                </a:solidFill>
                <a:latin typeface="Times New Roman" panose="02020603050405020304" pitchFamily="18" charset="0"/>
                <a:ea typeface="Geist" pitchFamily="34" charset="-122"/>
                <a:cs typeface="Times New Roman" panose="02020603050405020304" pitchFamily="18" charset="0"/>
              </a:rPr>
              <a:t>Supports creators in educational, entertainment, and professional fields globally.</a:t>
            </a:r>
            <a:endParaRPr lang="en-US" sz="3200" dirty="0">
              <a:solidFill>
                <a:schemeClr val="tx1"/>
              </a:solidFill>
              <a:latin typeface="Times New Roman" panose="02020603050405020304" pitchFamily="18" charset="0"/>
              <a:cs typeface="Times New Roman" panose="02020603050405020304" pitchFamily="18" charset="0"/>
            </a:endParaRPr>
          </a:p>
          <a:p>
            <a:pPr algn="just"/>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932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413000" y="262303"/>
            <a:ext cx="12374880" cy="1143000"/>
          </a:xfrm>
        </p:spPr>
        <p:txBody>
          <a:bodyPr/>
          <a:lstStyle/>
          <a:p>
            <a:r>
              <a:rPr lang="en-US" sz="6600" b="1" u="sng" dirty="0">
                <a:latin typeface="Times New Roman" panose="02020603050405020304" pitchFamily="18" charset="0"/>
                <a:cs typeface="Times New Roman" panose="02020603050405020304" pitchFamily="18" charset="0"/>
              </a:rPr>
              <a:t>Tools and Technologies</a:t>
            </a:r>
            <a:r>
              <a:rPr lang="en-US" sz="6600" b="1" u="sng" dirty="0"/>
              <a:t/>
            </a:r>
            <a:br>
              <a:rPr lang="en-US" sz="6600" b="1" u="sng" dirty="0"/>
            </a:br>
            <a:r>
              <a:rPr lang="en-US" sz="6600" b="1" dirty="0"/>
              <a:t/>
            </a:r>
            <a:br>
              <a:rPr lang="en-US" sz="6600" b="1" dirty="0"/>
            </a:br>
            <a:r>
              <a:rPr lang="en-US" sz="6600" b="1" dirty="0"/>
              <a:t/>
            </a:r>
            <a:br>
              <a:rPr lang="en-US" sz="6600" b="1" dirty="0"/>
            </a:br>
            <a:r>
              <a:rPr lang="en-US" sz="6600" b="1" dirty="0"/>
              <a:t/>
            </a:r>
            <a:br>
              <a:rPr lang="en-US" sz="6600" b="1" dirty="0"/>
            </a:br>
            <a:endParaRPr lang="en-US" sz="6600" b="1" dirty="0"/>
          </a:p>
        </p:txBody>
      </p:sp>
      <p:sp>
        <p:nvSpPr>
          <p:cNvPr id="3" name="Content Placeholder 2"/>
          <p:cNvSpPr txBox="1">
            <a:spLocks/>
          </p:cNvSpPr>
          <p:nvPr/>
        </p:nvSpPr>
        <p:spPr>
          <a:xfrm>
            <a:off x="355600" y="2129081"/>
            <a:ext cx="155448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112517629"/>
              </p:ext>
            </p:extLst>
          </p:nvPr>
        </p:nvGraphicFramePr>
        <p:xfrm>
          <a:off x="1117600" y="2433638"/>
          <a:ext cx="13944600" cy="6055225"/>
        </p:xfrm>
        <a:graphic>
          <a:graphicData uri="http://schemas.openxmlformats.org/drawingml/2006/table">
            <a:tbl>
              <a:tblPr firstRow="1" bandRow="1">
                <a:tableStyleId>{5C22544A-7EE6-4342-B048-85BDC9FD1C3A}</a:tableStyleId>
              </a:tblPr>
              <a:tblGrid>
                <a:gridCol w="4648200">
                  <a:extLst>
                    <a:ext uri="{9D8B030D-6E8A-4147-A177-3AD203B41FA5}">
                      <a16:colId xmlns:a16="http://schemas.microsoft.com/office/drawing/2014/main" val="1268838856"/>
                    </a:ext>
                  </a:extLst>
                </a:gridCol>
                <a:gridCol w="4648200">
                  <a:extLst>
                    <a:ext uri="{9D8B030D-6E8A-4147-A177-3AD203B41FA5}">
                      <a16:colId xmlns:a16="http://schemas.microsoft.com/office/drawing/2014/main" val="2077626467"/>
                    </a:ext>
                  </a:extLst>
                </a:gridCol>
                <a:gridCol w="4648200">
                  <a:extLst>
                    <a:ext uri="{9D8B030D-6E8A-4147-A177-3AD203B41FA5}">
                      <a16:colId xmlns:a16="http://schemas.microsoft.com/office/drawing/2014/main" val="3410588143"/>
                    </a:ext>
                  </a:extLst>
                </a:gridCol>
              </a:tblGrid>
              <a:tr h="339771">
                <a:tc>
                  <a:txBody>
                    <a:bodyPr/>
                    <a:lstStyle/>
                    <a:p>
                      <a:r>
                        <a:rPr lang="en-US" dirty="0">
                          <a:latin typeface="Times New Roman" panose="02020603050405020304" pitchFamily="18" charset="0"/>
                          <a:cs typeface="Times New Roman" panose="02020603050405020304" pitchFamily="18" charset="0"/>
                        </a:rPr>
                        <a:t>Tools</a:t>
                      </a:r>
                    </a:p>
                  </a:txBody>
                  <a:tcPr/>
                </a:tc>
                <a:tc>
                  <a:txBody>
                    <a:bodyPr/>
                    <a:lstStyle/>
                    <a:p>
                      <a:r>
                        <a:rPr lang="en-US" dirty="0">
                          <a:latin typeface="Times New Roman" panose="02020603050405020304" pitchFamily="18" charset="0"/>
                          <a:cs typeface="Times New Roman" panose="02020603050405020304" pitchFamily="18" charset="0"/>
                        </a:rPr>
                        <a:t>Versions</a:t>
                      </a:r>
                    </a:p>
                  </a:txBody>
                  <a:tcPr/>
                </a:tc>
                <a:tc>
                  <a:txBody>
                    <a:bodyPr/>
                    <a:lstStyle/>
                    <a:p>
                      <a:r>
                        <a:rPr lang="en-US" dirty="0">
                          <a:latin typeface="Times New Roman" panose="02020603050405020304" pitchFamily="18" charset="0"/>
                          <a:cs typeface="Times New Roman" panose="02020603050405020304" pitchFamily="18" charset="0"/>
                        </a:rPr>
                        <a:t>Rationale</a:t>
                      </a:r>
                    </a:p>
                  </a:txBody>
                  <a:tcPr/>
                </a:tc>
                <a:extLst>
                  <a:ext uri="{0D108BD9-81ED-4DB2-BD59-A6C34878D82A}">
                    <a16:rowId xmlns:a16="http://schemas.microsoft.com/office/drawing/2014/main" val="1014312084"/>
                  </a:ext>
                </a:extLst>
              </a:tr>
              <a:tr h="566030">
                <a:tc>
                  <a:txBody>
                    <a:bodyPr/>
                    <a:lstStyle/>
                    <a:p>
                      <a:r>
                        <a:rPr lang="en-US" sz="2400" dirty="0">
                          <a:solidFill>
                            <a:schemeClr val="tx1"/>
                          </a:solidFill>
                          <a:latin typeface="Times New Roman" panose="02020603050405020304" pitchFamily="18" charset="0"/>
                          <a:cs typeface="Times New Roman" panose="02020603050405020304" pitchFamily="18" charset="0"/>
                        </a:rPr>
                        <a:t>Python</a:t>
                      </a:r>
                    </a:p>
                  </a:txBody>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3.11</a:t>
                      </a:r>
                    </a:p>
                  </a:txBody>
                  <a:tcPr/>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Backend development and AI processing</a:t>
                      </a:r>
                      <a:endParaRPr lang="en-US" sz="2400" kern="100" dirty="0">
                        <a:solidFill>
                          <a:schemeClr val="tx1"/>
                        </a:solidFill>
                        <a:effectLst/>
                        <a:latin typeface="Times New Roman" panose="02020603050405020304" pitchFamily="18" charset="0"/>
                        <a:ea typeface="Aptos"/>
                        <a:cs typeface="Times New Roman" panose="02020603050405020304" pitchFamily="18" charset="0"/>
                      </a:endParaRPr>
                    </a:p>
                  </a:txBody>
                  <a:tcPr marL="68580" marR="68580" marT="0" marB="0"/>
                </a:tc>
                <a:extLst>
                  <a:ext uri="{0D108BD9-81ED-4DB2-BD59-A6C34878D82A}">
                    <a16:rowId xmlns:a16="http://schemas.microsoft.com/office/drawing/2014/main" val="3229310703"/>
                  </a:ext>
                </a:extLst>
              </a:tr>
              <a:tr h="617221">
                <a:tc>
                  <a:txBody>
                    <a:bodyPr/>
                    <a:lstStyle/>
                    <a:p>
                      <a:r>
                        <a:rPr lang="en-US" sz="2400" dirty="0">
                          <a:solidFill>
                            <a:schemeClr val="tx1"/>
                          </a:solidFill>
                          <a:latin typeface="Times New Roman" panose="02020603050405020304" pitchFamily="18" charset="0"/>
                          <a:cs typeface="Times New Roman" panose="02020603050405020304" pitchFamily="18" charset="0"/>
                        </a:rPr>
                        <a:t>JavaScript</a:t>
                      </a:r>
                    </a:p>
                  </a:txBody>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ES6</a:t>
                      </a:r>
                    </a:p>
                  </a:txBody>
                  <a:tcPr/>
                </a:tc>
                <a:tc>
                  <a:txBody>
                    <a:bodyPr/>
                    <a:lstStyle/>
                    <a:p>
                      <a:r>
                        <a:rPr lang="en-US" sz="2400" kern="1200" dirty="0">
                          <a:solidFill>
                            <a:schemeClr val="tx1"/>
                          </a:solidFill>
                          <a:effectLst/>
                          <a:latin typeface="Times New Roman" panose="02020603050405020304" pitchFamily="18" charset="0"/>
                          <a:ea typeface="+mn-ea"/>
                          <a:cs typeface="Times New Roman" panose="02020603050405020304" pitchFamily="18" charset="0"/>
                        </a:rPr>
                        <a:t>Frontend and backend scripting</a:t>
                      </a:r>
                      <a:endParaRPr lang="en-US" sz="2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07732859"/>
                  </a:ext>
                </a:extLst>
              </a:tr>
              <a:tr h="566030">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Typescript</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5.3</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Type-safe frontend development</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3659193128"/>
                  </a:ext>
                </a:extLst>
              </a:tr>
              <a:tr h="357596">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React JS</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18.2</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Web frontend framework</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516062140"/>
                  </a:ext>
                </a:extLst>
              </a:tr>
              <a:tr h="566030">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React Native</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0.72</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Cross-platform mobile app development</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1700664191"/>
                  </a:ext>
                </a:extLst>
              </a:tr>
              <a:tr h="546988">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Node JS</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20.10</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Server-side runtime environment</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682461213"/>
                  </a:ext>
                </a:extLst>
              </a:tr>
              <a:tr h="357596">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Express JS</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4.18</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Backend web framework</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779242638"/>
                  </a:ext>
                </a:extLst>
              </a:tr>
              <a:tr h="546988">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OpenAI API</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Latest</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AI content generation and intelligent agents</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248771742"/>
                  </a:ext>
                </a:extLst>
              </a:tr>
              <a:tr h="546988">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REST API</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V1</a:t>
                      </a:r>
                      <a:endParaRPr lang="en-US" sz="2400" kern="10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24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Communication between frontend and backend</a:t>
                      </a:r>
                      <a:endParaRPr lang="en-US" sz="2400" kern="100" dirty="0">
                        <a:solidFill>
                          <a:schemeClr val="tx1"/>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21346410"/>
                  </a:ext>
                </a:extLst>
              </a:tr>
            </a:tbl>
          </a:graphicData>
        </a:graphic>
      </p:graphicFrame>
    </p:spTree>
    <p:extLst>
      <p:ext uri="{BB962C8B-B14F-4D97-AF65-F5344CB8AC3E}">
        <p14:creationId xmlns:p14="http://schemas.microsoft.com/office/powerpoint/2010/main" val="1996914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6600" b="1" u="sng" dirty="0">
                <a:latin typeface="Times New Roman" panose="02020603050405020304" pitchFamily="18" charset="0"/>
                <a:cs typeface="Times New Roman" panose="02020603050405020304" pitchFamily="18" charset="0"/>
              </a:rPr>
              <a:t>Scope</a:t>
            </a: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355600" y="2129081"/>
            <a:ext cx="15544800" cy="67101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buSzPct val="100000"/>
              <a:buFont typeface="Wingdings" panose="05000000000000000000" pitchFamily="2" charset="2"/>
              <a:buChar char="Ø"/>
            </a:pPr>
            <a:r>
              <a:rPr lang="en-US" b="1" dirty="0">
                <a:solidFill>
                  <a:schemeClr val="tx1"/>
                </a:solidFill>
                <a:latin typeface="Times New Roman" panose="02020603050405020304" pitchFamily="18" charset="0"/>
                <a:ea typeface="Geist" pitchFamily="34" charset="-122"/>
                <a:cs typeface="Times New Roman" panose="02020603050405020304" pitchFamily="18" charset="0"/>
              </a:rPr>
              <a:t>Includes:</a:t>
            </a:r>
            <a:r>
              <a:rPr lang="en-US" dirty="0">
                <a:solidFill>
                  <a:schemeClr val="tx1"/>
                </a:solidFill>
                <a:latin typeface="Times New Roman" panose="02020603050405020304" pitchFamily="18" charset="0"/>
                <a:ea typeface="Geist" pitchFamily="34" charset="-122"/>
                <a:cs typeface="Times New Roman" panose="02020603050405020304" pitchFamily="18" charset="0"/>
              </a:rPr>
              <a:t> </a:t>
            </a:r>
          </a:p>
          <a:p>
            <a:pPr lvl="1" algn="l">
              <a:buSzPct val="100000"/>
            </a:pPr>
            <a:r>
              <a:rPr lang="en-US" sz="3200" dirty="0">
                <a:solidFill>
                  <a:schemeClr val="tx1"/>
                </a:solidFill>
                <a:latin typeface="Times New Roman" panose="02020603050405020304" pitchFamily="18" charset="0"/>
                <a:ea typeface="Geist" pitchFamily="34" charset="-122"/>
                <a:cs typeface="Times New Roman" panose="02020603050405020304" pitchFamily="18" charset="0"/>
              </a:rPr>
              <a:t>Web and smartphone platforms, autonomous agents for research, trend analysis, question generation, and timestamp allocation.</a:t>
            </a:r>
            <a:endParaRPr lang="en-US" sz="3200" dirty="0">
              <a:solidFill>
                <a:schemeClr val="tx1"/>
              </a:solidFill>
              <a:latin typeface="Times New Roman" panose="02020603050405020304" pitchFamily="18" charset="0"/>
              <a:cs typeface="Times New Roman" panose="02020603050405020304" pitchFamily="18" charset="0"/>
            </a:endParaRPr>
          </a:p>
          <a:p>
            <a:pPr algn="l">
              <a:buSzPct val="100000"/>
              <a:buFont typeface="Wingdings" panose="05000000000000000000" pitchFamily="2" charset="2"/>
              <a:buChar char="Ø"/>
            </a:pPr>
            <a:r>
              <a:rPr lang="en-US" b="1" dirty="0">
                <a:solidFill>
                  <a:schemeClr val="tx1"/>
                </a:solidFill>
                <a:latin typeface="Times New Roman" panose="02020603050405020304" pitchFamily="18" charset="0"/>
                <a:ea typeface="Geist" pitchFamily="34" charset="-122"/>
                <a:cs typeface="Times New Roman" panose="02020603050405020304" pitchFamily="18" charset="0"/>
              </a:rPr>
              <a:t>Functionalities:</a:t>
            </a:r>
            <a:r>
              <a:rPr lang="en-US" dirty="0">
                <a:solidFill>
                  <a:schemeClr val="tx1"/>
                </a:solidFill>
                <a:latin typeface="Times New Roman" panose="02020603050405020304" pitchFamily="18" charset="0"/>
                <a:ea typeface="Geist" pitchFamily="34" charset="-122"/>
                <a:cs typeface="Times New Roman" panose="02020603050405020304" pitchFamily="18" charset="0"/>
              </a:rPr>
              <a:t> </a:t>
            </a:r>
          </a:p>
          <a:p>
            <a:pPr lvl="1" algn="l">
              <a:buSzPct val="100000"/>
            </a:pPr>
            <a:r>
              <a:rPr lang="en-US" sz="3200" dirty="0">
                <a:solidFill>
                  <a:schemeClr val="tx1"/>
                </a:solidFill>
                <a:latin typeface="Times New Roman" panose="02020603050405020304" pitchFamily="18" charset="0"/>
                <a:ea typeface="Geist" pitchFamily="34" charset="-122"/>
                <a:cs typeface="Times New Roman" panose="02020603050405020304" pitchFamily="18" charset="0"/>
              </a:rPr>
              <a:t>Secure user authentication, cloud storage, and editable/exportable episode plans.</a:t>
            </a:r>
            <a:endParaRPr lang="en-US" sz="3200" dirty="0">
              <a:solidFill>
                <a:schemeClr val="tx1"/>
              </a:solidFill>
              <a:latin typeface="Times New Roman" panose="02020603050405020304" pitchFamily="18" charset="0"/>
              <a:cs typeface="Times New Roman" panose="02020603050405020304" pitchFamily="18" charset="0"/>
            </a:endParaRPr>
          </a:p>
          <a:p>
            <a:pPr algn="l">
              <a:buSzPct val="100000"/>
              <a:buFont typeface="Wingdings" panose="05000000000000000000" pitchFamily="2" charset="2"/>
              <a:buChar char="Ø"/>
            </a:pPr>
            <a:r>
              <a:rPr lang="en-US" b="1" dirty="0">
                <a:solidFill>
                  <a:schemeClr val="tx1"/>
                </a:solidFill>
                <a:latin typeface="Times New Roman" panose="02020603050405020304" pitchFamily="18" charset="0"/>
                <a:ea typeface="Geist" pitchFamily="34" charset="-122"/>
                <a:cs typeface="Times New Roman" panose="02020603050405020304" pitchFamily="18" charset="0"/>
              </a:rPr>
              <a:t>Exclusions:</a:t>
            </a:r>
            <a:r>
              <a:rPr lang="en-US" dirty="0">
                <a:solidFill>
                  <a:schemeClr val="tx1"/>
                </a:solidFill>
                <a:latin typeface="Times New Roman" panose="02020603050405020304" pitchFamily="18" charset="0"/>
                <a:ea typeface="Geist" pitchFamily="34" charset="-122"/>
                <a:cs typeface="Times New Roman" panose="02020603050405020304" pitchFamily="18" charset="0"/>
              </a:rPr>
              <a:t> </a:t>
            </a:r>
          </a:p>
          <a:p>
            <a:pPr lvl="1" algn="l">
              <a:buSzPct val="100000"/>
            </a:pPr>
            <a:r>
              <a:rPr lang="en-US" sz="3200" dirty="0">
                <a:solidFill>
                  <a:schemeClr val="tx1"/>
                </a:solidFill>
                <a:latin typeface="Times New Roman" panose="02020603050405020304" pitchFamily="18" charset="0"/>
                <a:ea typeface="Geist" pitchFamily="34" charset="-122"/>
                <a:cs typeface="Times New Roman" panose="02020603050405020304" pitchFamily="18" charset="0"/>
              </a:rPr>
              <a:t>Does not include audio recording, editing, or direct publishing.</a:t>
            </a:r>
            <a:endParaRPr lang="en-US" sz="3200" dirty="0">
              <a:solidFill>
                <a:schemeClr val="tx1"/>
              </a:solidFill>
              <a:latin typeface="Times New Roman" panose="02020603050405020304" pitchFamily="18" charset="0"/>
              <a:cs typeface="Times New Roman" panose="02020603050405020304" pitchFamily="18" charset="0"/>
            </a:endParaRPr>
          </a:p>
          <a:p>
            <a:pPr algn="l"/>
            <a:endParaRPr lang="en-US" sz="3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9952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6600" b="1" u="sng" dirty="0">
                <a:latin typeface="Times New Roman" panose="02020603050405020304" pitchFamily="18" charset="0"/>
                <a:cs typeface="Times New Roman" panose="02020603050405020304" pitchFamily="18" charset="0"/>
              </a:rPr>
              <a:t>Modules</a:t>
            </a: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sz="7500" b="1" dirty="0"/>
              <a:t/>
            </a:r>
            <a:br>
              <a:rPr lang="en-US" sz="7500" b="1" dirty="0"/>
            </a:br>
            <a:endParaRPr lang="en-US" sz="3200" b="1" dirty="0"/>
          </a:p>
        </p:txBody>
      </p:sp>
      <p:sp>
        <p:nvSpPr>
          <p:cNvPr id="3" name="Content Placeholder 2"/>
          <p:cNvSpPr txBox="1">
            <a:spLocks/>
          </p:cNvSpPr>
          <p:nvPr/>
        </p:nvSpPr>
        <p:spPr>
          <a:xfrm>
            <a:off x="355600" y="2129081"/>
            <a:ext cx="155448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lvl="0" indent="-457200" algn="l">
              <a:buFont typeface="Arial" panose="020B0604020202020204" pitchFamily="34" charset="0"/>
              <a:buChar char="•"/>
            </a:pPr>
            <a:r>
              <a:rPr lang="en-US" sz="3000" b="1" dirty="0">
                <a:solidFill>
                  <a:schemeClr val="tx1"/>
                </a:solidFill>
                <a:latin typeface="Times New Roman" panose="02020603050405020304" pitchFamily="18" charset="0"/>
                <a:cs typeface="Times New Roman" panose="02020603050405020304" pitchFamily="18" charset="0"/>
              </a:rPr>
              <a:t>Module 1: </a:t>
            </a:r>
            <a:r>
              <a:rPr lang="en-US" dirty="0">
                <a:solidFill>
                  <a:schemeClr val="tx1"/>
                </a:solidFill>
                <a:latin typeface="Times New Roman" panose="02020603050405020304" pitchFamily="18" charset="0"/>
                <a:ea typeface="Geist Bold" pitchFamily="34" charset="-122"/>
                <a:cs typeface="Times New Roman" panose="02020603050405020304" pitchFamily="18" charset="0"/>
              </a:rPr>
              <a:t>User Authentication &amp; Profile Management</a:t>
            </a:r>
            <a:endParaRPr lang="en-US" sz="2800" dirty="0">
              <a:solidFill>
                <a:schemeClr val="tx1"/>
              </a:solidFill>
            </a:endParaRPr>
          </a:p>
          <a:p>
            <a:pPr marL="457200" lvl="0" indent="-457200" algn="l">
              <a:buFont typeface="Arial" panose="020B0604020202020204" pitchFamily="34" charset="0"/>
              <a:buChar char="•"/>
            </a:pPr>
            <a:r>
              <a:rPr lang="en-US" sz="3000" b="1" dirty="0">
                <a:solidFill>
                  <a:schemeClr val="tx1"/>
                </a:solidFill>
                <a:latin typeface="Times New Roman" panose="02020603050405020304" pitchFamily="18" charset="0"/>
                <a:cs typeface="Times New Roman" panose="02020603050405020304" pitchFamily="18" charset="0"/>
              </a:rPr>
              <a:t>Module 2: </a:t>
            </a:r>
            <a:r>
              <a:rPr lang="en-US" dirty="0">
                <a:solidFill>
                  <a:schemeClr val="tx1"/>
                </a:solidFill>
                <a:latin typeface="Times New Roman" panose="02020603050405020304" pitchFamily="18" charset="0"/>
                <a:ea typeface="Geist Bold" pitchFamily="34" charset="-122"/>
                <a:cs typeface="Times New Roman" panose="02020603050405020304" pitchFamily="18" charset="0"/>
              </a:rPr>
              <a:t>User Intent &amp; Guest Analyzer</a:t>
            </a:r>
            <a:endParaRPr lang="en-US" sz="3000" dirty="0">
              <a:solidFill>
                <a:schemeClr val="tx1"/>
              </a:solidFill>
              <a:latin typeface="Times New Roman" panose="02020603050405020304" pitchFamily="18" charset="0"/>
              <a:cs typeface="Times New Roman" panose="02020603050405020304" pitchFamily="18" charset="0"/>
            </a:endParaRPr>
          </a:p>
          <a:p>
            <a:pPr marL="457200" lvl="0" indent="-457200" algn="l">
              <a:buFont typeface="Arial" panose="020B0604020202020204" pitchFamily="34" charset="0"/>
              <a:buChar char="•"/>
            </a:pPr>
            <a:r>
              <a:rPr lang="en-US" sz="3000" b="1" dirty="0">
                <a:solidFill>
                  <a:schemeClr val="tx1"/>
                </a:solidFill>
                <a:latin typeface="Times New Roman" panose="02020603050405020304" pitchFamily="18" charset="0"/>
                <a:cs typeface="Times New Roman" panose="02020603050405020304" pitchFamily="18" charset="0"/>
              </a:rPr>
              <a:t>Module 3: </a:t>
            </a:r>
            <a:r>
              <a:rPr lang="en-US" dirty="0">
                <a:solidFill>
                  <a:schemeClr val="tx1"/>
                </a:solidFill>
                <a:latin typeface="Times New Roman" panose="02020603050405020304" pitchFamily="18" charset="0"/>
                <a:ea typeface="Geist Bold" pitchFamily="34" charset="-122"/>
                <a:cs typeface="Times New Roman" panose="02020603050405020304" pitchFamily="18" charset="0"/>
              </a:rPr>
              <a:t>Topic Research Agent</a:t>
            </a:r>
            <a:endParaRPr lang="en-US" sz="3000" dirty="0">
              <a:solidFill>
                <a:schemeClr val="tx1"/>
              </a:solidFill>
              <a:latin typeface="Times New Roman" panose="02020603050405020304" pitchFamily="18" charset="0"/>
              <a:cs typeface="Times New Roman" panose="02020603050405020304" pitchFamily="18" charset="0"/>
            </a:endParaRPr>
          </a:p>
          <a:p>
            <a:pPr marL="457200" lvl="0" indent="-457200" algn="l">
              <a:buFont typeface="Arial" panose="020B0604020202020204" pitchFamily="34" charset="0"/>
              <a:buChar char="•"/>
            </a:pPr>
            <a:r>
              <a:rPr lang="en-US" sz="3000" b="1" dirty="0">
                <a:solidFill>
                  <a:schemeClr val="tx1"/>
                </a:solidFill>
                <a:latin typeface="Times New Roman" panose="02020603050405020304" pitchFamily="18" charset="0"/>
                <a:cs typeface="Times New Roman" panose="02020603050405020304" pitchFamily="18" charset="0"/>
              </a:rPr>
              <a:t>Module 4: </a:t>
            </a:r>
            <a:r>
              <a:rPr lang="en-US" dirty="0">
                <a:solidFill>
                  <a:schemeClr val="tx1"/>
                </a:solidFill>
                <a:latin typeface="Times New Roman" panose="02020603050405020304" pitchFamily="18" charset="0"/>
                <a:ea typeface="Geist Bold" pitchFamily="34" charset="-122"/>
                <a:cs typeface="Times New Roman" panose="02020603050405020304" pitchFamily="18" charset="0"/>
              </a:rPr>
              <a:t>Question and Timestamp Generator</a:t>
            </a:r>
            <a:endParaRPr lang="en-US" sz="3000" dirty="0">
              <a:solidFill>
                <a:schemeClr val="tx1"/>
              </a:solidFill>
              <a:latin typeface="Times New Roman" panose="02020603050405020304" pitchFamily="18" charset="0"/>
              <a:cs typeface="Times New Roman" panose="02020603050405020304" pitchFamily="18" charset="0"/>
            </a:endParaRPr>
          </a:p>
          <a:p>
            <a:pPr marL="457200" lvl="0" indent="-457200" algn="l">
              <a:buFont typeface="Arial" panose="020B0604020202020204" pitchFamily="34" charset="0"/>
              <a:buChar char="•"/>
            </a:pPr>
            <a:r>
              <a:rPr lang="en-US" sz="3000" b="1" dirty="0">
                <a:solidFill>
                  <a:schemeClr val="tx1"/>
                </a:solidFill>
                <a:latin typeface="Times New Roman" panose="02020603050405020304" pitchFamily="18" charset="0"/>
                <a:cs typeface="Times New Roman" panose="02020603050405020304" pitchFamily="18" charset="0"/>
              </a:rPr>
              <a:t>Module 5: </a:t>
            </a:r>
            <a:r>
              <a:rPr lang="en-US" dirty="0">
                <a:solidFill>
                  <a:schemeClr val="tx1"/>
                </a:solidFill>
                <a:latin typeface="Times New Roman" panose="02020603050405020304" pitchFamily="18" charset="0"/>
                <a:ea typeface="Geist Bold" pitchFamily="34" charset="-122"/>
                <a:cs typeface="Times New Roman" panose="02020603050405020304" pitchFamily="18" charset="0"/>
              </a:rPr>
              <a:t>Hook &amp; Intro Suggestion Agent</a:t>
            </a:r>
            <a:endParaRPr lang="en-US" dirty="0">
              <a:solidFill>
                <a:schemeClr val="tx1"/>
              </a:solidFill>
              <a:latin typeface="Times New Roman" panose="02020603050405020304" pitchFamily="18" charset="0"/>
              <a:cs typeface="Times New Roman" panose="02020603050405020304" pitchFamily="18" charset="0"/>
            </a:endParaRPr>
          </a:p>
          <a:p>
            <a:pPr marL="457200" lvl="0" indent="-457200" algn="l">
              <a:buFont typeface="Arial" panose="020B0604020202020204" pitchFamily="34" charset="0"/>
              <a:buChar char="•"/>
            </a:pPr>
            <a:r>
              <a:rPr lang="en-US" sz="3000" b="1" dirty="0">
                <a:solidFill>
                  <a:schemeClr val="tx1"/>
                </a:solidFill>
                <a:latin typeface="Times New Roman" panose="02020603050405020304" pitchFamily="18" charset="0"/>
                <a:cs typeface="Times New Roman" panose="02020603050405020304" pitchFamily="18" charset="0"/>
              </a:rPr>
              <a:t>Module 6: </a:t>
            </a:r>
            <a:r>
              <a:rPr lang="en-US" dirty="0">
                <a:solidFill>
                  <a:schemeClr val="tx1"/>
                </a:solidFill>
                <a:latin typeface="Times New Roman" panose="02020603050405020304" pitchFamily="18" charset="0"/>
                <a:ea typeface="Geist Bold" pitchFamily="34" charset="-122"/>
                <a:cs typeface="Times New Roman" panose="02020603050405020304" pitchFamily="18" charset="0"/>
              </a:rPr>
              <a:t>Episode Outline Planner</a:t>
            </a:r>
            <a:endParaRPr lang="en-US" sz="2800" dirty="0">
              <a:solidFill>
                <a:schemeClr val="tx1"/>
              </a:solidFill>
            </a:endParaRPr>
          </a:p>
          <a:p>
            <a:pPr algn="just"/>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endParaRPr lang="en-US" sz="26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089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25746-F388-8E8C-B6D0-4ABFEC11A7E8}"/>
              </a:ext>
            </a:extLst>
          </p:cNvPr>
          <p:cNvSpPr>
            <a:spLocks noGrp="1"/>
          </p:cNvSpPr>
          <p:nvPr>
            <p:ph type="title"/>
          </p:nvPr>
        </p:nvSpPr>
        <p:spPr>
          <a:xfrm>
            <a:off x="1346200" y="-762000"/>
            <a:ext cx="14630400" cy="963023"/>
          </a:xfrm>
        </p:spPr>
        <p:txBody>
          <a:bodyPr/>
          <a:lstStyle/>
          <a:p>
            <a:r>
              <a:rPr lang="en-US" sz="5400" b="1" u="sng" dirty="0" smtClean="0">
                <a:latin typeface="Times New Roman" panose="02020603050405020304" pitchFamily="18" charset="0"/>
                <a:ea typeface="Calibri" pitchFamily="34" charset="-122"/>
                <a:cs typeface="Times New Roman" panose="02020603050405020304" pitchFamily="18" charset="0"/>
              </a:rPr>
              <a:t/>
            </a:r>
            <a:br>
              <a:rPr lang="en-US" sz="5400" b="1" u="sng" dirty="0" smtClean="0">
                <a:latin typeface="Times New Roman" panose="02020603050405020304" pitchFamily="18" charset="0"/>
                <a:ea typeface="Calibri" pitchFamily="34" charset="-122"/>
                <a:cs typeface="Times New Roman" panose="02020603050405020304" pitchFamily="18" charset="0"/>
              </a:rPr>
            </a:br>
            <a:r>
              <a:rPr lang="en-US" sz="5400" b="1" u="sng" dirty="0" smtClean="0">
                <a:latin typeface="Times New Roman" panose="02020603050405020304" pitchFamily="18" charset="0"/>
                <a:ea typeface="Calibri" pitchFamily="34" charset="-122"/>
                <a:cs typeface="Times New Roman" panose="02020603050405020304" pitchFamily="18" charset="0"/>
              </a:rPr>
              <a:t>Module </a:t>
            </a:r>
            <a:r>
              <a:rPr lang="en-US" sz="5400" b="1" u="sng" dirty="0">
                <a:latin typeface="Times New Roman" panose="02020603050405020304" pitchFamily="18" charset="0"/>
                <a:ea typeface="Calibri" pitchFamily="34" charset="-122"/>
                <a:cs typeface="Times New Roman" panose="02020603050405020304" pitchFamily="18" charset="0"/>
              </a:rPr>
              <a:t>1: User Authentication &amp; Profile Management </a:t>
            </a:r>
            <a:endParaRPr lang="en-US" sz="5400" u="sng"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E84B774-8BDC-8071-5BF6-9E570E300371}"/>
              </a:ext>
            </a:extLst>
          </p:cNvPr>
          <p:cNvSpPr>
            <a:spLocks noGrp="1"/>
          </p:cNvSpPr>
          <p:nvPr>
            <p:ph type="sldNum" sz="quarter" idx="12"/>
          </p:nvPr>
        </p:nvSpPr>
        <p:spPr/>
        <p:txBody>
          <a:bodyPr/>
          <a:lstStyle/>
          <a:p>
            <a:fld id="{A8EF9831-35B4-4843-9AA9-F06FC1EDDB89}" type="slidenum">
              <a:rPr lang="en-US" smtClean="0"/>
              <a:pPr/>
              <a:t>9</a:t>
            </a:fld>
            <a:endParaRPr lang="en-US" dirty="0"/>
          </a:p>
        </p:txBody>
      </p:sp>
      <p:graphicFrame>
        <p:nvGraphicFramePr>
          <p:cNvPr id="6" name="Content Placeholder 5">
            <a:extLst>
              <a:ext uri="{FF2B5EF4-FFF2-40B4-BE49-F238E27FC236}">
                <a16:creationId xmlns:a16="http://schemas.microsoft.com/office/drawing/2014/main" id="{32255412-D102-3076-7D58-55803A3A78C7}"/>
              </a:ext>
            </a:extLst>
          </p:cNvPr>
          <p:cNvGraphicFramePr>
            <a:graphicFrameLocks noGrp="1"/>
          </p:cNvGraphicFramePr>
          <p:nvPr>
            <p:ph idx="1"/>
            <p:extLst>
              <p:ext uri="{D42A27DB-BD31-4B8C-83A1-F6EECF244321}">
                <p14:modId xmlns:p14="http://schemas.microsoft.com/office/powerpoint/2010/main" val="3562759305"/>
              </p:ext>
            </p:extLst>
          </p:nvPr>
        </p:nvGraphicFramePr>
        <p:xfrm>
          <a:off x="889000" y="2100769"/>
          <a:ext cx="14782796" cy="6455306"/>
        </p:xfrm>
        <a:graphic>
          <a:graphicData uri="http://schemas.openxmlformats.org/drawingml/2006/table">
            <a:tbl>
              <a:tblPr firstRow="1" bandRow="1">
                <a:tableStyleId>{5C22544A-7EE6-4342-B048-85BDC9FD1C3A}</a:tableStyleId>
              </a:tblPr>
              <a:tblGrid>
                <a:gridCol w="3695699">
                  <a:extLst>
                    <a:ext uri="{9D8B030D-6E8A-4147-A177-3AD203B41FA5}">
                      <a16:colId xmlns:a16="http://schemas.microsoft.com/office/drawing/2014/main" val="948114870"/>
                    </a:ext>
                  </a:extLst>
                </a:gridCol>
                <a:gridCol w="3695699">
                  <a:extLst>
                    <a:ext uri="{9D8B030D-6E8A-4147-A177-3AD203B41FA5}">
                      <a16:colId xmlns:a16="http://schemas.microsoft.com/office/drawing/2014/main" val="1772640998"/>
                    </a:ext>
                  </a:extLst>
                </a:gridCol>
                <a:gridCol w="3695699">
                  <a:extLst>
                    <a:ext uri="{9D8B030D-6E8A-4147-A177-3AD203B41FA5}">
                      <a16:colId xmlns:a16="http://schemas.microsoft.com/office/drawing/2014/main" val="1939141151"/>
                    </a:ext>
                  </a:extLst>
                </a:gridCol>
                <a:gridCol w="3695699">
                  <a:extLst>
                    <a:ext uri="{9D8B030D-6E8A-4147-A177-3AD203B41FA5}">
                      <a16:colId xmlns:a16="http://schemas.microsoft.com/office/drawing/2014/main" val="2527256999"/>
                    </a:ext>
                  </a:extLst>
                </a:gridCol>
              </a:tblGrid>
              <a:tr h="375965">
                <a:tc>
                  <a:txBody>
                    <a:bodyPr/>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Use Case Id</a:t>
                      </a:r>
                      <a:endParaRPr lang="en-US" sz="16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Use Case Title</a:t>
                      </a:r>
                      <a:endParaRPr lang="en-US" sz="16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Use Case Description</a:t>
                      </a:r>
                      <a:endParaRPr lang="en-US" sz="16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Functional Requirement</a:t>
                      </a:r>
                      <a:endParaRPr lang="en-US" sz="1600" dirty="0">
                        <a:latin typeface="Times New Roman" panose="02020603050405020304" pitchFamily="18" charset="0"/>
                        <a:ea typeface="Calibri" charset="0"/>
                        <a:cs typeface="Times New Roman" panose="02020603050405020304" pitchFamily="18" charset="0"/>
                      </a:endParaRPr>
                    </a:p>
                  </a:txBody>
                  <a:tcPr anchor="ctr"/>
                </a:tc>
                <a:extLst>
                  <a:ext uri="{0D108BD9-81ED-4DB2-BD59-A6C34878D82A}">
                    <a16:rowId xmlns:a16="http://schemas.microsoft.com/office/drawing/2014/main" val="2601327312"/>
                  </a:ext>
                </a:extLst>
              </a:tr>
              <a:tr h="572692">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M1-UC1</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 Registration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dirty="0">
                          <a:solidFill>
                            <a:schemeClr val="tx1"/>
                          </a:solidFill>
                          <a:latin typeface="Times New Roman" panose="02020603050405020304" pitchFamily="18" charset="0"/>
                          <a:ea typeface="Calibri" charset="0"/>
                          <a:cs typeface="Times New Roman" panose="02020603050405020304" pitchFamily="18" charset="0"/>
                        </a:rPr>
                        <a:t>User Registration functionality will be available to users of the application.</a:t>
                      </a:r>
                    </a:p>
                  </a:txBody>
                  <a:tcPr marT="0" marB="0" anchor="ctr"/>
                </a:tc>
                <a:tc>
                  <a:txBody>
                    <a:bodyPr/>
                    <a:lstStyle/>
                    <a:p>
                      <a:pPr fontAlgn="t">
                        <a:buNone/>
                      </a:pPr>
                      <a:r>
                        <a:rPr lang="en-US" sz="1600" dirty="0">
                          <a:solidFill>
                            <a:schemeClr val="tx1"/>
                          </a:solidFill>
                          <a:effectLst/>
                          <a:latin typeface="Times New Roman" panose="02020603050405020304" pitchFamily="18" charset="0"/>
                          <a:cs typeface="Times New Roman" panose="02020603050405020304" pitchFamily="18" charset="0"/>
                        </a:rPr>
                        <a:t>The system shall allow users to register via email and password.</a:t>
                      </a:r>
                    </a:p>
                  </a:txBody>
                  <a:tcPr marL="76200" marR="76200" marT="53340" marB="53340"/>
                </a:tc>
                <a:extLst>
                  <a:ext uri="{0D108BD9-81ED-4DB2-BD59-A6C34878D82A}">
                    <a16:rowId xmlns:a16="http://schemas.microsoft.com/office/drawing/2014/main" val="2819032243"/>
                  </a:ext>
                </a:extLst>
              </a:tr>
              <a:tr h="540771">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M1-UC2</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 Login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 Login functionality will be available to users of the application.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The system shall authenticate users and establish a secure session.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2721920486"/>
                  </a:ext>
                </a:extLst>
              </a:tr>
              <a:tr h="494421">
                <a:tc>
                  <a:txBody>
                    <a:bodyPr/>
                    <a:lstStyle/>
                    <a:p>
                      <a:pPr marL="0" indent="0" algn="ctr">
                        <a:buNone/>
                      </a:pPr>
                      <a:r>
                        <a:rPr lang="en-US" sz="1600">
                          <a:solidFill>
                            <a:schemeClr val="tx1"/>
                          </a:solidFill>
                          <a:latin typeface="Times New Roman" panose="02020603050405020304" pitchFamily="18" charset="0"/>
                          <a:ea typeface="Calibri" pitchFamily="34" charset="-122"/>
                          <a:cs typeface="Times New Roman" panose="02020603050405020304" pitchFamily="18" charset="0"/>
                        </a:rPr>
                        <a:t>M1-UC3</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Password Recovery</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Password Recovery functionality will be available to users of the application.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The system shall send a password reset link via email.</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3674171892"/>
                  </a:ext>
                </a:extLst>
              </a:tr>
              <a:tr h="494421">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M1-UC4</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Create Podcast Profile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Create Podcast Profile functionality will be available to users of the application.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The system shall allow users to create a named podcast profile.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4095017826"/>
                  </a:ext>
                </a:extLst>
              </a:tr>
              <a:tr h="494421">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M1-UC5</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Select Podcast Niche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Select Podcast Niche functionality will be available to users of the application.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The system shall allow users to select a podcast niche category.</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2956153577"/>
                  </a:ext>
                </a:extLst>
              </a:tr>
              <a:tr h="494421">
                <a:tc>
                  <a:txBody>
                    <a:bodyPr/>
                    <a:lstStyle/>
                    <a:p>
                      <a:pPr marL="0" indent="0" algn="ctr">
                        <a:buNone/>
                      </a:pPr>
                      <a:r>
                        <a:rPr lang="en-US" sz="1600">
                          <a:solidFill>
                            <a:schemeClr val="tx1"/>
                          </a:solidFill>
                          <a:latin typeface="Times New Roman" panose="02020603050405020304" pitchFamily="18" charset="0"/>
                          <a:ea typeface="Calibri" pitchFamily="34" charset="-122"/>
                          <a:cs typeface="Times New Roman" panose="02020603050405020304" pitchFamily="18" charset="0"/>
                        </a:rPr>
                        <a:t>M1-UC6</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View Episode History</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View Episode History functionality will be available to users of the application.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The system shall display all previously generated episodes.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3293024748"/>
                  </a:ext>
                </a:extLst>
              </a:tr>
              <a:tr h="494421">
                <a:tc>
                  <a:txBody>
                    <a:bodyPr/>
                    <a:lstStyle/>
                    <a:p>
                      <a:pPr marL="0" indent="0" algn="ctr">
                        <a:buNone/>
                      </a:pPr>
                      <a:r>
                        <a:rPr lang="en-US" sz="1600">
                          <a:solidFill>
                            <a:schemeClr val="tx1"/>
                          </a:solidFill>
                          <a:latin typeface="Times New Roman" panose="02020603050405020304" pitchFamily="18" charset="0"/>
                          <a:ea typeface="Calibri" pitchFamily="34" charset="-122"/>
                          <a:cs typeface="Times New Roman" panose="02020603050405020304" pitchFamily="18" charset="0"/>
                        </a:rPr>
                        <a:t>M1-UC7</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Add Guest Profile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Add Guest Profile functionality will be available to users of the application.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The system shall allow users to add guest details and bio.</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1826410568"/>
                  </a:ext>
                </a:extLst>
              </a:tr>
              <a:tr h="494421">
                <a:tc>
                  <a:txBody>
                    <a:bodyPr/>
                    <a:lstStyle/>
                    <a:p>
                      <a:pPr marL="0" indent="0" algn="ctr">
                        <a:buNone/>
                      </a:pPr>
                      <a:r>
                        <a:rPr lang="en-US" sz="1600">
                          <a:solidFill>
                            <a:schemeClr val="tx1"/>
                          </a:solidFill>
                          <a:latin typeface="Times New Roman" panose="02020603050405020304" pitchFamily="18" charset="0"/>
                          <a:ea typeface="Calibri" pitchFamily="34" charset="-122"/>
                          <a:cs typeface="Times New Roman" panose="02020603050405020304" pitchFamily="18" charset="0"/>
                        </a:rPr>
                        <a:t>M1-UC8</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a:solidFill>
                            <a:schemeClr val="tx1"/>
                          </a:solidFill>
                          <a:latin typeface="Times New Roman" panose="02020603050405020304" pitchFamily="18" charset="0"/>
                          <a:ea typeface="Calibri" pitchFamily="34" charset="-122"/>
                          <a:cs typeface="Times New Roman" panose="02020603050405020304" pitchFamily="18" charset="0"/>
                        </a:rPr>
                        <a:t>Edit Guest Profile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Edit Guest Profile functionality will be available to users of the application.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The system shall allow users to update any guest profile field.</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1075165329"/>
                  </a:ext>
                </a:extLst>
              </a:tr>
              <a:tr h="494421">
                <a:tc>
                  <a:txBody>
                    <a:bodyPr/>
                    <a:lstStyle/>
                    <a:p>
                      <a:pPr marL="0" indent="0" algn="ctr">
                        <a:buNone/>
                      </a:pPr>
                      <a:r>
                        <a:rPr lang="en-US" sz="1600">
                          <a:solidFill>
                            <a:schemeClr val="tx1"/>
                          </a:solidFill>
                          <a:latin typeface="Times New Roman" panose="02020603050405020304" pitchFamily="18" charset="0"/>
                          <a:ea typeface="Calibri" pitchFamily="34" charset="-122"/>
                          <a:cs typeface="Times New Roman" panose="02020603050405020304" pitchFamily="18" charset="0"/>
                        </a:rPr>
                        <a:t>M1-UC9</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a:solidFill>
                            <a:schemeClr val="tx1"/>
                          </a:solidFill>
                          <a:latin typeface="Times New Roman" panose="02020603050405020304" pitchFamily="18" charset="0"/>
                          <a:ea typeface="Calibri" pitchFamily="34" charset="-122"/>
                          <a:cs typeface="Times New Roman" panose="02020603050405020304" pitchFamily="18" charset="0"/>
                        </a:rPr>
                        <a:t>Delete Saved Plan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Delete Saved Plan functionality will be available to users of the application.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The system shall delete a saved plan after user confirmation.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874368994"/>
                  </a:ext>
                </a:extLst>
              </a:tr>
              <a:tr h="494421">
                <a:tc>
                  <a:txBody>
                    <a:bodyPr/>
                    <a:lstStyle/>
                    <a:p>
                      <a:pPr marL="0" indent="0" algn="ctr">
                        <a:buNone/>
                      </a:pPr>
                      <a:r>
                        <a:rPr lang="en-US" sz="1600">
                          <a:solidFill>
                            <a:schemeClr val="tx1"/>
                          </a:solidFill>
                          <a:latin typeface="Times New Roman" panose="02020603050405020304" pitchFamily="18" charset="0"/>
                          <a:ea typeface="Calibri" pitchFamily="34" charset="-122"/>
                          <a:cs typeface="Times New Roman" panose="02020603050405020304" pitchFamily="18" charset="0"/>
                        </a:rPr>
                        <a:t>M1-UC10</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a:solidFill>
                            <a:schemeClr val="tx1"/>
                          </a:solidFill>
                          <a:latin typeface="Times New Roman" panose="02020603050405020304" pitchFamily="18" charset="0"/>
                          <a:ea typeface="Calibri" pitchFamily="34" charset="-122"/>
                          <a:cs typeface="Times New Roman" panose="02020603050405020304" pitchFamily="18" charset="0"/>
                        </a:rPr>
                        <a:t>Update Account Settings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Update Account Settings functionality will be available to users of the application.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The system shall allow users to update their account information.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2204759844"/>
                  </a:ext>
                </a:extLst>
              </a:tr>
              <a:tr h="494421">
                <a:tc>
                  <a:txBody>
                    <a:bodyPr/>
                    <a:lstStyle/>
                    <a:p>
                      <a:pPr marL="0" indent="0" algn="ctr">
                        <a:buNone/>
                      </a:pPr>
                      <a:r>
                        <a:rPr lang="en-US" sz="1600">
                          <a:solidFill>
                            <a:schemeClr val="tx1"/>
                          </a:solidFill>
                          <a:latin typeface="Times New Roman" panose="02020603050405020304" pitchFamily="18" charset="0"/>
                          <a:ea typeface="Calibri" pitchFamily="34" charset="-122"/>
                          <a:cs typeface="Times New Roman" panose="02020603050405020304" pitchFamily="18" charset="0"/>
                        </a:rPr>
                        <a:t>M1-UC11</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Logout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Logout functionality will be available to users of the application.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The system shall terminate the session and redirect to login.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1621493763"/>
                  </a:ext>
                </a:extLst>
              </a:tr>
              <a:tr h="494421">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M1-UC12</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a:solidFill>
                            <a:schemeClr val="tx1"/>
                          </a:solidFill>
                          <a:latin typeface="Times New Roman" panose="02020603050405020304" pitchFamily="18" charset="0"/>
                          <a:ea typeface="Calibri" pitchFamily="34" charset="-122"/>
                          <a:cs typeface="Times New Roman" panose="02020603050405020304" pitchFamily="18" charset="0"/>
                        </a:rPr>
                        <a:t>Delete Account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a:solidFill>
                            <a:schemeClr val="tx1"/>
                          </a:solidFill>
                          <a:latin typeface="Times New Roman" panose="02020603050405020304" pitchFamily="18" charset="0"/>
                          <a:ea typeface="Calibri" pitchFamily="34" charset="-122"/>
                          <a:cs typeface="Times New Roman" panose="02020603050405020304" pitchFamily="18" charset="0"/>
                        </a:rPr>
                        <a:t>Delete Account functionality will be available to users of the application.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T="0" marB="0" anchor="ctr"/>
                </a:tc>
                <a:tc>
                  <a:txBody>
                    <a:bodyPr/>
                    <a:lstStyle/>
                    <a:p>
                      <a:pPr marL="0" indent="0" algn="l">
                        <a:buNone/>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The system shall permanently delete account after confirming.</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2570621491"/>
                  </a:ext>
                </a:extLst>
              </a:tr>
            </a:tbl>
          </a:graphicData>
        </a:graphic>
      </p:graphicFrame>
    </p:spTree>
    <p:extLst>
      <p:ext uri="{BB962C8B-B14F-4D97-AF65-F5344CB8AC3E}">
        <p14:creationId xmlns:p14="http://schemas.microsoft.com/office/powerpoint/2010/main" val="1150759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2A67C-FD43-96B6-176E-97CA70F80AA0}"/>
              </a:ext>
            </a:extLst>
          </p:cNvPr>
          <p:cNvSpPr>
            <a:spLocks noGrp="1"/>
          </p:cNvSpPr>
          <p:nvPr>
            <p:ph type="title"/>
          </p:nvPr>
        </p:nvSpPr>
        <p:spPr>
          <a:xfrm>
            <a:off x="1422400" y="457200"/>
            <a:ext cx="14630400" cy="1524000"/>
          </a:xfrm>
        </p:spPr>
        <p:txBody>
          <a:bodyPr/>
          <a:lstStyle/>
          <a:p>
            <a:r>
              <a:rPr lang="en-US" sz="6000" b="1" u="sng" dirty="0">
                <a:latin typeface="Times New Roman" panose="02020603050405020304" pitchFamily="18" charset="0"/>
                <a:ea typeface="Calibri" pitchFamily="34" charset="-122"/>
                <a:cs typeface="Times New Roman" panose="02020603050405020304" pitchFamily="18" charset="0"/>
              </a:rPr>
              <a:t>Module 2: User Intent &amp; Guest Analyzer </a:t>
            </a:r>
            <a:endParaRPr lang="en-US" sz="6000" u="sng"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E5B3E9C-9319-21A6-2619-4379903C7F4B}"/>
              </a:ext>
            </a:extLst>
          </p:cNvPr>
          <p:cNvSpPr>
            <a:spLocks noGrp="1"/>
          </p:cNvSpPr>
          <p:nvPr>
            <p:ph type="sldNum" sz="quarter" idx="12"/>
          </p:nvPr>
        </p:nvSpPr>
        <p:spPr/>
        <p:txBody>
          <a:bodyPr/>
          <a:lstStyle/>
          <a:p>
            <a:fld id="{A8EF9831-35B4-4843-9AA9-F06FC1EDDB89}" type="slidenum">
              <a:rPr lang="en-US" smtClean="0"/>
              <a:pPr/>
              <a:t>10</a:t>
            </a:fld>
            <a:endParaRPr lang="en-US" dirty="0"/>
          </a:p>
        </p:txBody>
      </p:sp>
      <p:graphicFrame>
        <p:nvGraphicFramePr>
          <p:cNvPr id="7" name="Content Placeholder 6">
            <a:extLst>
              <a:ext uri="{FF2B5EF4-FFF2-40B4-BE49-F238E27FC236}">
                <a16:creationId xmlns:a16="http://schemas.microsoft.com/office/drawing/2014/main" id="{42AAF3CC-63F5-5979-7D79-E2B1E88DA8AE}"/>
              </a:ext>
            </a:extLst>
          </p:cNvPr>
          <p:cNvGraphicFramePr>
            <a:graphicFrameLocks noGrp="1"/>
          </p:cNvGraphicFramePr>
          <p:nvPr>
            <p:ph idx="1"/>
            <p:extLst>
              <p:ext uri="{D42A27DB-BD31-4B8C-83A1-F6EECF244321}">
                <p14:modId xmlns:p14="http://schemas.microsoft.com/office/powerpoint/2010/main" val="2984723715"/>
              </p:ext>
            </p:extLst>
          </p:nvPr>
        </p:nvGraphicFramePr>
        <p:xfrm>
          <a:off x="812800" y="2133600"/>
          <a:ext cx="14630396" cy="6400800"/>
        </p:xfrm>
        <a:graphic>
          <a:graphicData uri="http://schemas.openxmlformats.org/drawingml/2006/table">
            <a:tbl>
              <a:tblPr firstRow="1" bandRow="1">
                <a:tableStyleId>{5C22544A-7EE6-4342-B048-85BDC9FD1C3A}</a:tableStyleId>
              </a:tblPr>
              <a:tblGrid>
                <a:gridCol w="3657599">
                  <a:extLst>
                    <a:ext uri="{9D8B030D-6E8A-4147-A177-3AD203B41FA5}">
                      <a16:colId xmlns:a16="http://schemas.microsoft.com/office/drawing/2014/main" val="1117669745"/>
                    </a:ext>
                  </a:extLst>
                </a:gridCol>
                <a:gridCol w="3657599">
                  <a:extLst>
                    <a:ext uri="{9D8B030D-6E8A-4147-A177-3AD203B41FA5}">
                      <a16:colId xmlns:a16="http://schemas.microsoft.com/office/drawing/2014/main" val="796607509"/>
                    </a:ext>
                  </a:extLst>
                </a:gridCol>
                <a:gridCol w="3657599">
                  <a:extLst>
                    <a:ext uri="{9D8B030D-6E8A-4147-A177-3AD203B41FA5}">
                      <a16:colId xmlns:a16="http://schemas.microsoft.com/office/drawing/2014/main" val="3909393142"/>
                    </a:ext>
                  </a:extLst>
                </a:gridCol>
                <a:gridCol w="3657599">
                  <a:extLst>
                    <a:ext uri="{9D8B030D-6E8A-4147-A177-3AD203B41FA5}">
                      <a16:colId xmlns:a16="http://schemas.microsoft.com/office/drawing/2014/main" val="2129321703"/>
                    </a:ext>
                  </a:extLst>
                </a:gridCol>
              </a:tblGrid>
              <a:tr h="711200">
                <a:tc>
                  <a:txBody>
                    <a:bodyPr/>
                    <a:lstStyle/>
                    <a:p>
                      <a:pPr marL="0" indent="0" algn="ctr">
                        <a:buNone/>
                      </a:pPr>
                      <a:r>
                        <a:rPr lang="en-US" sz="2000" b="1" dirty="0">
                          <a:solidFill>
                            <a:schemeClr val="bg1"/>
                          </a:solidFill>
                          <a:latin typeface="Times New Roman" panose="02020603050405020304" pitchFamily="18" charset="0"/>
                          <a:ea typeface="Calibri" pitchFamily="34" charset="-122"/>
                          <a:cs typeface="Times New Roman" panose="02020603050405020304" pitchFamily="18" charset="0"/>
                        </a:rPr>
                        <a:t>Use Case Id</a:t>
                      </a:r>
                      <a:endParaRPr lang="en-US" sz="2000" dirty="0">
                        <a:solidFill>
                          <a:schemeClr val="bg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2000" b="1" dirty="0">
                          <a:solidFill>
                            <a:schemeClr val="bg1"/>
                          </a:solidFill>
                          <a:latin typeface="Times New Roman" panose="02020603050405020304" pitchFamily="18" charset="0"/>
                          <a:ea typeface="Calibri" pitchFamily="34" charset="-122"/>
                          <a:cs typeface="Times New Roman" panose="02020603050405020304" pitchFamily="18" charset="0"/>
                        </a:rPr>
                        <a:t>Use Case Title</a:t>
                      </a:r>
                      <a:endParaRPr lang="en-US" sz="2000" dirty="0">
                        <a:solidFill>
                          <a:schemeClr val="bg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2000" b="1" dirty="0">
                          <a:solidFill>
                            <a:schemeClr val="bg1"/>
                          </a:solidFill>
                          <a:latin typeface="Times New Roman" panose="02020603050405020304" pitchFamily="18" charset="0"/>
                          <a:ea typeface="Calibri" pitchFamily="34" charset="-122"/>
                          <a:cs typeface="Times New Roman" panose="02020603050405020304" pitchFamily="18" charset="0"/>
                        </a:rPr>
                        <a:t>Use Case Description</a:t>
                      </a:r>
                      <a:endParaRPr lang="en-US" sz="2000" dirty="0">
                        <a:solidFill>
                          <a:schemeClr val="bg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2000" b="1" dirty="0">
                          <a:solidFill>
                            <a:schemeClr val="bg1"/>
                          </a:solidFill>
                          <a:latin typeface="Times New Roman" panose="02020603050405020304" pitchFamily="18" charset="0"/>
                          <a:ea typeface="Calibri" pitchFamily="34" charset="-122"/>
                          <a:cs typeface="Times New Roman" panose="02020603050405020304" pitchFamily="18" charset="0"/>
                        </a:rPr>
                        <a:t>Functional Requirement</a:t>
                      </a:r>
                      <a:endParaRPr lang="en-US" sz="2000" dirty="0">
                        <a:solidFill>
                          <a:schemeClr val="bg1"/>
                        </a:solidFill>
                        <a:latin typeface="Times New Roman" panose="02020603050405020304" pitchFamily="18" charset="0"/>
                        <a:ea typeface="Calibri" charset="0"/>
                        <a:cs typeface="Times New Roman" panose="02020603050405020304" pitchFamily="18" charset="0"/>
                      </a:endParaRPr>
                    </a:p>
                  </a:txBody>
                  <a:tcPr anchor="ctr"/>
                </a:tc>
                <a:extLst>
                  <a:ext uri="{0D108BD9-81ED-4DB2-BD59-A6C34878D82A}">
                    <a16:rowId xmlns:a16="http://schemas.microsoft.com/office/drawing/2014/main" val="27279923"/>
                  </a:ext>
                </a:extLst>
              </a:tr>
              <a:tr h="711200">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M1-UC1</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Provide Podcast Niche and Topic</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provide the podcast niche and topic to guide content generation.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The system shall allow users to input niche and topic for AI.</a:t>
                      </a:r>
                      <a:endParaRPr lang="en-US" sz="9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1541702003"/>
                  </a:ext>
                </a:extLst>
              </a:tr>
              <a:tr h="711200">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M1-UC2</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Submit Guest Profile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submit guest profile details for intent analysis.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The system shall allow users to submit guest details for analysis.</a:t>
                      </a:r>
                      <a:endParaRPr lang="en-US" sz="9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3178484228"/>
                  </a:ext>
                </a:extLst>
              </a:tr>
              <a:tr h="711200">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M1-UC3</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Specify Episode Goals and Format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users to define episode goals and format.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users to define episode goals and format.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106460555"/>
                  </a:ext>
                </a:extLst>
              </a:tr>
              <a:tr h="711200">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M1-UC4</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Review Analyzed Intent Summary</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review the AI-generated intent summary before proceeding.</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display an AI-generated intent summary for review.</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664012015"/>
                  </a:ext>
                </a:extLst>
              </a:tr>
              <a:tr h="711200">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M1-UC5</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Edit and Refine Intent Inputs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edit and refine intent inputs to improve accuracy.</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users to edit and resubmit intent inputs.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2207144985"/>
                  </a:ext>
                </a:extLst>
              </a:tr>
              <a:tr h="711200">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M1-UC6</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Save Podcast Profile for Reuse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save their podcast profile for use in future sessions.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rtl="0">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saving intent config as a reusable profile.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278269017"/>
                  </a:ext>
                </a:extLst>
              </a:tr>
              <a:tr h="711200">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M1-UC7</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Switch Between Existing Podcast Profiles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switch between previously saved podcast profiles.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users to switch between saved profiles.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2865432272"/>
                  </a:ext>
                </a:extLst>
              </a:tr>
              <a:tr h="711200">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M1-UC8</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Delete Podcast Profile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delete unwanted podcast profiles from the system.</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delete a profile permanently after confirmation.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4024234174"/>
                  </a:ext>
                </a:extLst>
              </a:tr>
            </a:tbl>
          </a:graphicData>
        </a:graphic>
      </p:graphicFrame>
    </p:spTree>
    <p:extLst>
      <p:ext uri="{BB962C8B-B14F-4D97-AF65-F5344CB8AC3E}">
        <p14:creationId xmlns:p14="http://schemas.microsoft.com/office/powerpoint/2010/main" val="3039823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29714-779D-0368-6628-2647B23D47B7}"/>
              </a:ext>
            </a:extLst>
          </p:cNvPr>
          <p:cNvSpPr>
            <a:spLocks noGrp="1"/>
          </p:cNvSpPr>
          <p:nvPr>
            <p:ph type="title"/>
          </p:nvPr>
        </p:nvSpPr>
        <p:spPr>
          <a:xfrm>
            <a:off x="812796" y="609600"/>
            <a:ext cx="14630400" cy="1524000"/>
          </a:xfrm>
        </p:spPr>
        <p:txBody>
          <a:bodyPr/>
          <a:lstStyle/>
          <a:p>
            <a:r>
              <a:rPr lang="en-US" sz="6000" b="1" u="sng" dirty="0">
                <a:latin typeface="Times New Roman" panose="02020603050405020304" pitchFamily="18" charset="0"/>
                <a:ea typeface="Calibri" pitchFamily="34" charset="-122"/>
                <a:cs typeface="Times New Roman" panose="02020603050405020304" pitchFamily="18" charset="0"/>
              </a:rPr>
              <a:t>Module 3: Topic Research Agent </a:t>
            </a:r>
            <a:endParaRPr lang="en-US" sz="6000" u="sng"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90837DC-E387-1BE7-F1A6-A2D1975B8B3C}"/>
              </a:ext>
            </a:extLst>
          </p:cNvPr>
          <p:cNvSpPr>
            <a:spLocks noGrp="1"/>
          </p:cNvSpPr>
          <p:nvPr>
            <p:ph type="sldNum" sz="quarter" idx="12"/>
          </p:nvPr>
        </p:nvSpPr>
        <p:spPr/>
        <p:txBody>
          <a:bodyPr/>
          <a:lstStyle/>
          <a:p>
            <a:fld id="{A8EF9831-35B4-4843-9AA9-F06FC1EDDB89}" type="slidenum">
              <a:rPr lang="en-US" smtClean="0"/>
              <a:pPr/>
              <a:t>11</a:t>
            </a:fld>
            <a:endParaRPr lang="en-US" dirty="0"/>
          </a:p>
        </p:txBody>
      </p:sp>
      <p:graphicFrame>
        <p:nvGraphicFramePr>
          <p:cNvPr id="8" name="Content Placeholder 7">
            <a:extLst>
              <a:ext uri="{FF2B5EF4-FFF2-40B4-BE49-F238E27FC236}">
                <a16:creationId xmlns:a16="http://schemas.microsoft.com/office/drawing/2014/main" id="{5B0F1F20-CC67-D31B-78E5-0BBA773D9E0E}"/>
              </a:ext>
            </a:extLst>
          </p:cNvPr>
          <p:cNvGraphicFramePr>
            <a:graphicFrameLocks noGrp="1"/>
          </p:cNvGraphicFramePr>
          <p:nvPr>
            <p:ph idx="1"/>
            <p:extLst>
              <p:ext uri="{D42A27DB-BD31-4B8C-83A1-F6EECF244321}">
                <p14:modId xmlns:p14="http://schemas.microsoft.com/office/powerpoint/2010/main" val="1423374924"/>
              </p:ext>
            </p:extLst>
          </p:nvPr>
        </p:nvGraphicFramePr>
        <p:xfrm>
          <a:off x="812800" y="2133600"/>
          <a:ext cx="14630396" cy="6172202"/>
        </p:xfrm>
        <a:graphic>
          <a:graphicData uri="http://schemas.openxmlformats.org/drawingml/2006/table">
            <a:tbl>
              <a:tblPr firstRow="1" bandRow="1">
                <a:tableStyleId>{5C22544A-7EE6-4342-B048-85BDC9FD1C3A}</a:tableStyleId>
              </a:tblPr>
              <a:tblGrid>
                <a:gridCol w="3657599">
                  <a:extLst>
                    <a:ext uri="{9D8B030D-6E8A-4147-A177-3AD203B41FA5}">
                      <a16:colId xmlns:a16="http://schemas.microsoft.com/office/drawing/2014/main" val="2272473573"/>
                    </a:ext>
                  </a:extLst>
                </a:gridCol>
                <a:gridCol w="3657599">
                  <a:extLst>
                    <a:ext uri="{9D8B030D-6E8A-4147-A177-3AD203B41FA5}">
                      <a16:colId xmlns:a16="http://schemas.microsoft.com/office/drawing/2014/main" val="2490102364"/>
                    </a:ext>
                  </a:extLst>
                </a:gridCol>
                <a:gridCol w="3657599">
                  <a:extLst>
                    <a:ext uri="{9D8B030D-6E8A-4147-A177-3AD203B41FA5}">
                      <a16:colId xmlns:a16="http://schemas.microsoft.com/office/drawing/2014/main" val="2966151812"/>
                    </a:ext>
                  </a:extLst>
                </a:gridCol>
                <a:gridCol w="3657599">
                  <a:extLst>
                    <a:ext uri="{9D8B030D-6E8A-4147-A177-3AD203B41FA5}">
                      <a16:colId xmlns:a16="http://schemas.microsoft.com/office/drawing/2014/main" val="1907005901"/>
                    </a:ext>
                  </a:extLst>
                </a:gridCol>
              </a:tblGrid>
              <a:tr h="647434">
                <a:tc>
                  <a:txBody>
                    <a:bodyPr/>
                    <a:lstStyle/>
                    <a:p>
                      <a:pPr marL="0" indent="0" algn="ctr">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Use Case Id</a:t>
                      </a:r>
                      <a:endParaRPr lang="en-US" sz="24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Use Case Title</a:t>
                      </a:r>
                      <a:endParaRPr lang="en-US" sz="24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Use Case Description</a:t>
                      </a:r>
                      <a:endParaRPr lang="en-US" sz="24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Functional Requirement</a:t>
                      </a:r>
                      <a:endParaRPr lang="en-US" sz="2400" dirty="0">
                        <a:latin typeface="Times New Roman" panose="02020603050405020304" pitchFamily="18" charset="0"/>
                        <a:ea typeface="Calibri" charset="0"/>
                        <a:cs typeface="Times New Roman" panose="02020603050405020304" pitchFamily="18" charset="0"/>
                      </a:endParaRPr>
                    </a:p>
                  </a:txBody>
                  <a:tcPr anchor="ctr"/>
                </a:tc>
                <a:extLst>
                  <a:ext uri="{0D108BD9-81ED-4DB2-BD59-A6C34878D82A}">
                    <a16:rowId xmlns:a16="http://schemas.microsoft.com/office/drawing/2014/main" val="3187085647"/>
                  </a:ext>
                </a:extLst>
              </a:tr>
              <a:tr h="690596">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M2-UC1</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Initiate Topic Research</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initiate the topic research process for their episode.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trigger AI to research topics based on user inputs.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1855352391"/>
                  </a:ext>
                </a:extLst>
              </a:tr>
              <a:tr h="690596">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M2-UC2</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View Researched Topics List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view a list of topics generated by the research agent.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display AI-generated topics with relevance scores.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3242523139"/>
                  </a:ext>
                </a:extLst>
              </a:tr>
              <a:tr h="690596">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M2-UC3</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Filter Topics by Relevance or Recency</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filter researched topics by relevance or recency.</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filtering topics by relevance or recency.</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354289628"/>
                  </a:ext>
                </a:extLst>
              </a:tr>
              <a:tr h="690596">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M2-UC4</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Bookmark Preferred Topics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bookmark preferred topics for quick reference.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users to bookmark preferred topics.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45720" marR="45720" marT="0" marB="0" anchor="ctr"/>
                </a:tc>
                <a:extLst>
                  <a:ext uri="{0D108BD9-81ED-4DB2-BD59-A6C34878D82A}">
                    <a16:rowId xmlns:a16="http://schemas.microsoft.com/office/drawing/2014/main" val="566969127"/>
                  </a:ext>
                </a:extLst>
              </a:tr>
              <a:tr h="690596">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M2-UC5</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Reject Irrelevant Topics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reject topics that are not relevant to their episode.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users to reject and remove irrelevant topics.</a:t>
                      </a:r>
                    </a:p>
                  </a:txBody>
                  <a:tcPr marL="45720" marR="45720" marT="0" marB="0" anchor="ctr"/>
                </a:tc>
                <a:extLst>
                  <a:ext uri="{0D108BD9-81ED-4DB2-BD59-A6C34878D82A}">
                    <a16:rowId xmlns:a16="http://schemas.microsoft.com/office/drawing/2014/main" val="3611529263"/>
                  </a:ext>
                </a:extLst>
              </a:tr>
              <a:tr h="690596">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M2-UC6</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Request Additional Research Depth</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request deeper research on selected topics.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return deeper insights for a selected topic.</a:t>
                      </a:r>
                    </a:p>
                  </a:txBody>
                  <a:tcPr marL="45720" marR="45720" marT="0" marB="0" anchor="ctr"/>
                </a:tc>
                <a:extLst>
                  <a:ext uri="{0D108BD9-81ED-4DB2-BD59-A6C34878D82A}">
                    <a16:rowId xmlns:a16="http://schemas.microsoft.com/office/drawing/2014/main" val="112807456"/>
                  </a:ext>
                </a:extLst>
              </a:tr>
              <a:tr h="690596">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M2-UC7</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View Source References for Topics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view the source references behind researched topics.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display source references per researched topic.</a:t>
                      </a:r>
                    </a:p>
                  </a:txBody>
                  <a:tcPr marL="45720" marR="45720" marT="0" marB="0" anchor="ctr"/>
                </a:tc>
                <a:extLst>
                  <a:ext uri="{0D108BD9-81ED-4DB2-BD59-A6C34878D82A}">
                    <a16:rowId xmlns:a16="http://schemas.microsoft.com/office/drawing/2014/main" val="2637029885"/>
                  </a:ext>
                </a:extLst>
              </a:tr>
              <a:tr h="690596">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M2-UC8</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Export Research Summary</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export the research summary in a downloadable format.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export the research summary as PDF or DOCX.</a:t>
                      </a:r>
                    </a:p>
                  </a:txBody>
                  <a:tcPr marL="45720" marR="45720" marT="0" marB="0" anchor="ctr"/>
                </a:tc>
                <a:extLst>
                  <a:ext uri="{0D108BD9-81ED-4DB2-BD59-A6C34878D82A}">
                    <a16:rowId xmlns:a16="http://schemas.microsoft.com/office/drawing/2014/main" val="3626711305"/>
                  </a:ext>
                </a:extLst>
              </a:tr>
            </a:tbl>
          </a:graphicData>
        </a:graphic>
      </p:graphicFrame>
    </p:spTree>
    <p:extLst>
      <p:ext uri="{BB962C8B-B14F-4D97-AF65-F5344CB8AC3E}">
        <p14:creationId xmlns:p14="http://schemas.microsoft.com/office/powerpoint/2010/main" val="2516538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1107E-27E5-27B7-F8A1-E9991E05D439}"/>
              </a:ext>
            </a:extLst>
          </p:cNvPr>
          <p:cNvSpPr>
            <a:spLocks noGrp="1"/>
          </p:cNvSpPr>
          <p:nvPr>
            <p:ph type="title"/>
          </p:nvPr>
        </p:nvSpPr>
        <p:spPr>
          <a:xfrm>
            <a:off x="1346200" y="381000"/>
            <a:ext cx="14630400" cy="1524000"/>
          </a:xfrm>
        </p:spPr>
        <p:txBody>
          <a:bodyPr/>
          <a:lstStyle/>
          <a:p>
            <a:r>
              <a:rPr lang="en-US" sz="5400" b="1" u="sng" dirty="0">
                <a:latin typeface="Times New Roman" panose="02020603050405020304" pitchFamily="18" charset="0"/>
                <a:ea typeface="Calibri" pitchFamily="34" charset="-122"/>
                <a:cs typeface="Times New Roman" panose="02020603050405020304" pitchFamily="18" charset="0"/>
              </a:rPr>
              <a:t>Module 4: Question &amp; Timestamp Generator</a:t>
            </a:r>
            <a:r>
              <a:rPr lang="en-US" sz="5400" b="1" u="sng" dirty="0">
                <a:latin typeface="Calibri" pitchFamily="34" charset="0"/>
                <a:ea typeface="Calibri" pitchFamily="34" charset="-122"/>
                <a:cs typeface="Calibri" pitchFamily="34" charset="-120"/>
              </a:rPr>
              <a:t> </a:t>
            </a:r>
            <a:endParaRPr lang="en-US" sz="5400" u="sng" dirty="0"/>
          </a:p>
        </p:txBody>
      </p:sp>
      <p:sp>
        <p:nvSpPr>
          <p:cNvPr id="4" name="Slide Number Placeholder 3">
            <a:extLst>
              <a:ext uri="{FF2B5EF4-FFF2-40B4-BE49-F238E27FC236}">
                <a16:creationId xmlns:a16="http://schemas.microsoft.com/office/drawing/2014/main" id="{47C07392-7494-916B-5F5C-2BF11F594C59}"/>
              </a:ext>
            </a:extLst>
          </p:cNvPr>
          <p:cNvSpPr>
            <a:spLocks noGrp="1"/>
          </p:cNvSpPr>
          <p:nvPr>
            <p:ph type="sldNum" sz="quarter" idx="12"/>
          </p:nvPr>
        </p:nvSpPr>
        <p:spPr/>
        <p:txBody>
          <a:bodyPr/>
          <a:lstStyle/>
          <a:p>
            <a:fld id="{A8EF9831-35B4-4843-9AA9-F06FC1EDDB89}" type="slidenum">
              <a:rPr lang="en-US" smtClean="0"/>
              <a:pPr/>
              <a:t>12</a:t>
            </a:fld>
            <a:endParaRPr lang="en-US" dirty="0"/>
          </a:p>
        </p:txBody>
      </p:sp>
      <p:graphicFrame>
        <p:nvGraphicFramePr>
          <p:cNvPr id="7" name="Content Placeholder 6">
            <a:extLst>
              <a:ext uri="{FF2B5EF4-FFF2-40B4-BE49-F238E27FC236}">
                <a16:creationId xmlns:a16="http://schemas.microsoft.com/office/drawing/2014/main" id="{1AF76408-047C-4C30-0FB5-2D81C25B6149}"/>
              </a:ext>
            </a:extLst>
          </p:cNvPr>
          <p:cNvGraphicFramePr>
            <a:graphicFrameLocks noGrp="1"/>
          </p:cNvGraphicFramePr>
          <p:nvPr>
            <p:ph idx="1"/>
            <p:extLst>
              <p:ext uri="{D42A27DB-BD31-4B8C-83A1-F6EECF244321}">
                <p14:modId xmlns:p14="http://schemas.microsoft.com/office/powerpoint/2010/main" val="2492703864"/>
              </p:ext>
            </p:extLst>
          </p:nvPr>
        </p:nvGraphicFramePr>
        <p:xfrm>
          <a:off x="840260" y="2133600"/>
          <a:ext cx="14630396" cy="6400802"/>
        </p:xfrm>
        <a:graphic>
          <a:graphicData uri="http://schemas.openxmlformats.org/drawingml/2006/table">
            <a:tbl>
              <a:tblPr firstRow="1" bandRow="1">
                <a:tableStyleId>{5C22544A-7EE6-4342-B048-85BDC9FD1C3A}</a:tableStyleId>
              </a:tblPr>
              <a:tblGrid>
                <a:gridCol w="3657599">
                  <a:extLst>
                    <a:ext uri="{9D8B030D-6E8A-4147-A177-3AD203B41FA5}">
                      <a16:colId xmlns:a16="http://schemas.microsoft.com/office/drawing/2014/main" val="211979482"/>
                    </a:ext>
                  </a:extLst>
                </a:gridCol>
                <a:gridCol w="3657599">
                  <a:extLst>
                    <a:ext uri="{9D8B030D-6E8A-4147-A177-3AD203B41FA5}">
                      <a16:colId xmlns:a16="http://schemas.microsoft.com/office/drawing/2014/main" val="1337544696"/>
                    </a:ext>
                  </a:extLst>
                </a:gridCol>
                <a:gridCol w="3657599">
                  <a:extLst>
                    <a:ext uri="{9D8B030D-6E8A-4147-A177-3AD203B41FA5}">
                      <a16:colId xmlns:a16="http://schemas.microsoft.com/office/drawing/2014/main" val="3098796575"/>
                    </a:ext>
                  </a:extLst>
                </a:gridCol>
                <a:gridCol w="3657599">
                  <a:extLst>
                    <a:ext uri="{9D8B030D-6E8A-4147-A177-3AD203B41FA5}">
                      <a16:colId xmlns:a16="http://schemas.microsoft.com/office/drawing/2014/main" val="2568272044"/>
                    </a:ext>
                  </a:extLst>
                </a:gridCol>
              </a:tblGrid>
              <a:tr h="542441">
                <a:tc>
                  <a:txBody>
                    <a:bodyPr/>
                    <a:lstStyle/>
                    <a:p>
                      <a:pPr marL="0" indent="0" algn="ctr">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Use Case Id</a:t>
                      </a:r>
                      <a:endParaRPr lang="en-US" sz="24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Use Case Title</a:t>
                      </a:r>
                      <a:endParaRPr lang="en-US" sz="24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Use Case Description</a:t>
                      </a:r>
                      <a:endParaRPr lang="en-US" sz="24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Functional Requirement</a:t>
                      </a:r>
                      <a:endParaRPr lang="en-US" sz="2400" dirty="0">
                        <a:latin typeface="Times New Roman" panose="02020603050405020304" pitchFamily="18" charset="0"/>
                        <a:ea typeface="Calibri" charset="0"/>
                        <a:cs typeface="Times New Roman" panose="02020603050405020304" pitchFamily="18" charset="0"/>
                      </a:endParaRPr>
                    </a:p>
                  </a:txBody>
                  <a:tcPr anchor="ctr"/>
                </a:tc>
                <a:extLst>
                  <a:ext uri="{0D108BD9-81ED-4DB2-BD59-A6C34878D82A}">
                    <a16:rowId xmlns:a16="http://schemas.microsoft.com/office/drawing/2014/main" val="3968556166"/>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M3-UC1</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Generate Episode Questions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generate a list of episode questions automatically.</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auto-generate episode questions using the AI agent.</a:t>
                      </a:r>
                    </a:p>
                  </a:txBody>
                  <a:tcPr marL="45720" marR="45720" marT="0" marB="0" anchor="ctr"/>
                </a:tc>
                <a:extLst>
                  <a:ext uri="{0D108BD9-81ED-4DB2-BD59-A6C34878D82A}">
                    <a16:rowId xmlns:a16="http://schemas.microsoft.com/office/drawing/2014/main" val="1400083058"/>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M3-UC2</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Customize Question Count and Type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customize the count and type of questions generated.</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users to set question count and type.</a:t>
                      </a:r>
                    </a:p>
                  </a:txBody>
                  <a:tcPr marL="45720" marR="45720" marT="0" marB="0" anchor="ctr"/>
                </a:tc>
                <a:extLst>
                  <a:ext uri="{0D108BD9-81ED-4DB2-BD59-A6C34878D82A}">
                    <a16:rowId xmlns:a16="http://schemas.microsoft.com/office/drawing/2014/main" val="643860167"/>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M3-UC3</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Edit Individual Questions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edit individual questions to better fit their episode.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inline editing of any generated question.</a:t>
                      </a:r>
                    </a:p>
                  </a:txBody>
                  <a:tcPr marL="45720" marR="45720" marT="0" marB="0" anchor="ctr"/>
                </a:tc>
                <a:extLst>
                  <a:ext uri="{0D108BD9-81ED-4DB2-BD59-A6C34878D82A}">
                    <a16:rowId xmlns:a16="http://schemas.microsoft.com/office/drawing/2014/main" val="2872323468"/>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M3-UC4</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Reorder Questions via Drag-and-Drop</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reorder questions using a drag-and-drop interface.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support drag-and-drop question reordering.</a:t>
                      </a:r>
                    </a:p>
                  </a:txBody>
                  <a:tcPr marL="45720" marR="45720" marT="0" marB="0" anchor="ctr"/>
                </a:tc>
                <a:extLst>
                  <a:ext uri="{0D108BD9-81ED-4DB2-BD59-A6C34878D82A}">
                    <a16:rowId xmlns:a16="http://schemas.microsoft.com/office/drawing/2014/main" val="743593088"/>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M3-UC5</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Assign Time Allocations to Segments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assign time allocations to each episode segment.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time duration assignment per segment.</a:t>
                      </a:r>
                    </a:p>
                  </a:txBody>
                  <a:tcPr marL="45720" marR="45720" marT="0" marB="0" anchor="ctr"/>
                </a:tc>
                <a:extLst>
                  <a:ext uri="{0D108BD9-81ED-4DB2-BD59-A6C34878D82A}">
                    <a16:rowId xmlns:a16="http://schemas.microsoft.com/office/drawing/2014/main" val="1298649673"/>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M3-UC6</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Auto-Generate Timestamp Structure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will auto-generate a timestamp structure for the episode.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auto-generate timestamps from questions and durations.</a:t>
                      </a:r>
                    </a:p>
                  </a:txBody>
                  <a:tcPr marL="45720" marR="45720" marT="0" marB="0" anchor="ctr"/>
                </a:tc>
                <a:extLst>
                  <a:ext uri="{0D108BD9-81ED-4DB2-BD59-A6C34878D82A}">
                    <a16:rowId xmlns:a16="http://schemas.microsoft.com/office/drawing/2014/main" val="4168374856"/>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M3-UC7</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Preview Full Q&amp;A Timeline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preview the full Q&amp;A timeline before finalizing.</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display a full interactive Q&amp;A timeline preview.</a:t>
                      </a:r>
                    </a:p>
                  </a:txBody>
                  <a:tcPr marL="45720" marR="45720" marT="0" marB="0" anchor="ctr"/>
                </a:tc>
                <a:extLst>
                  <a:ext uri="{0D108BD9-81ED-4DB2-BD59-A6C34878D82A}">
                    <a16:rowId xmlns:a16="http://schemas.microsoft.com/office/drawing/2014/main" val="868417612"/>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M3-UC8</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Export Questions and Timestamps as PDF/DOCX</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export questions and timestamps as PDF or DOCX.</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export questions and timestamps as PDF or DOCX.</a:t>
                      </a:r>
                    </a:p>
                  </a:txBody>
                  <a:tcPr marL="45720" marR="45720" marT="0" marB="0" anchor="ctr"/>
                </a:tc>
                <a:extLst>
                  <a:ext uri="{0D108BD9-81ED-4DB2-BD59-A6C34878D82A}">
                    <a16:rowId xmlns:a16="http://schemas.microsoft.com/office/drawing/2014/main" val="2753930136"/>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M3-UC9</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Share Question Sheet with Guest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share the question sheet directly with their guest.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generate a shareable link for the question sheet.</a:t>
                      </a:r>
                    </a:p>
                  </a:txBody>
                  <a:tcPr marL="45720" marR="45720" marT="0" marB="0" anchor="ctr"/>
                </a:tc>
                <a:extLst>
                  <a:ext uri="{0D108BD9-81ED-4DB2-BD59-A6C34878D82A}">
                    <a16:rowId xmlns:a16="http://schemas.microsoft.com/office/drawing/2014/main" val="2464747285"/>
                  </a:ext>
                </a:extLst>
              </a:tr>
            </a:tbl>
          </a:graphicData>
        </a:graphic>
      </p:graphicFrame>
    </p:spTree>
    <p:extLst>
      <p:ext uri="{BB962C8B-B14F-4D97-AF65-F5344CB8AC3E}">
        <p14:creationId xmlns:p14="http://schemas.microsoft.com/office/powerpoint/2010/main" val="4140156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F4AEE-0033-7BA6-1697-202AC44375C0}"/>
              </a:ext>
            </a:extLst>
          </p:cNvPr>
          <p:cNvSpPr>
            <a:spLocks noGrp="1"/>
          </p:cNvSpPr>
          <p:nvPr>
            <p:ph type="title"/>
          </p:nvPr>
        </p:nvSpPr>
        <p:spPr>
          <a:xfrm>
            <a:off x="1803400" y="457200"/>
            <a:ext cx="13792200" cy="1524000"/>
          </a:xfrm>
        </p:spPr>
        <p:txBody>
          <a:bodyPr/>
          <a:lstStyle/>
          <a:p>
            <a:r>
              <a:rPr lang="en-US" sz="5400" b="1" u="sng" dirty="0">
                <a:latin typeface="Times New Roman" panose="02020603050405020304" pitchFamily="18" charset="0"/>
                <a:ea typeface="Calibri" pitchFamily="34" charset="-122"/>
                <a:cs typeface="Times New Roman" panose="02020603050405020304" pitchFamily="18" charset="0"/>
              </a:rPr>
              <a:t>Module 5: Hook &amp; Intro Suggestion Agent </a:t>
            </a:r>
            <a:endParaRPr lang="en-US" sz="5400" u="sng"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63CA08E-6E91-4FD1-1DD9-7096FCD7F03D}"/>
              </a:ext>
            </a:extLst>
          </p:cNvPr>
          <p:cNvSpPr>
            <a:spLocks noGrp="1"/>
          </p:cNvSpPr>
          <p:nvPr>
            <p:ph type="sldNum" sz="quarter" idx="12"/>
          </p:nvPr>
        </p:nvSpPr>
        <p:spPr/>
        <p:txBody>
          <a:bodyPr/>
          <a:lstStyle/>
          <a:p>
            <a:fld id="{A8EF9831-35B4-4843-9AA9-F06FC1EDDB89}" type="slidenum">
              <a:rPr lang="en-US" smtClean="0"/>
              <a:pPr/>
              <a:t>13</a:t>
            </a:fld>
            <a:endParaRPr lang="en-US" dirty="0"/>
          </a:p>
        </p:txBody>
      </p:sp>
      <p:graphicFrame>
        <p:nvGraphicFramePr>
          <p:cNvPr id="7" name="Content Placeholder 6">
            <a:extLst>
              <a:ext uri="{FF2B5EF4-FFF2-40B4-BE49-F238E27FC236}">
                <a16:creationId xmlns:a16="http://schemas.microsoft.com/office/drawing/2014/main" id="{1138FA9B-A788-AD5E-67C2-67F8B8B05BB7}"/>
              </a:ext>
            </a:extLst>
          </p:cNvPr>
          <p:cNvGraphicFramePr>
            <a:graphicFrameLocks noGrp="1"/>
          </p:cNvGraphicFramePr>
          <p:nvPr>
            <p:ph idx="1"/>
            <p:extLst>
              <p:ext uri="{D42A27DB-BD31-4B8C-83A1-F6EECF244321}">
                <p14:modId xmlns:p14="http://schemas.microsoft.com/office/powerpoint/2010/main" val="3198949277"/>
              </p:ext>
            </p:extLst>
          </p:nvPr>
        </p:nvGraphicFramePr>
        <p:xfrm>
          <a:off x="812800" y="2133600"/>
          <a:ext cx="14630396" cy="6481314"/>
        </p:xfrm>
        <a:graphic>
          <a:graphicData uri="http://schemas.openxmlformats.org/drawingml/2006/table">
            <a:tbl>
              <a:tblPr firstRow="1" bandRow="1">
                <a:tableStyleId>{5C22544A-7EE6-4342-B048-85BDC9FD1C3A}</a:tableStyleId>
              </a:tblPr>
              <a:tblGrid>
                <a:gridCol w="3657599">
                  <a:extLst>
                    <a:ext uri="{9D8B030D-6E8A-4147-A177-3AD203B41FA5}">
                      <a16:colId xmlns:a16="http://schemas.microsoft.com/office/drawing/2014/main" val="1241612286"/>
                    </a:ext>
                  </a:extLst>
                </a:gridCol>
                <a:gridCol w="3657599">
                  <a:extLst>
                    <a:ext uri="{9D8B030D-6E8A-4147-A177-3AD203B41FA5}">
                      <a16:colId xmlns:a16="http://schemas.microsoft.com/office/drawing/2014/main" val="933816330"/>
                    </a:ext>
                  </a:extLst>
                </a:gridCol>
                <a:gridCol w="3657599">
                  <a:extLst>
                    <a:ext uri="{9D8B030D-6E8A-4147-A177-3AD203B41FA5}">
                      <a16:colId xmlns:a16="http://schemas.microsoft.com/office/drawing/2014/main" val="3574095884"/>
                    </a:ext>
                  </a:extLst>
                </a:gridCol>
                <a:gridCol w="3657599">
                  <a:extLst>
                    <a:ext uri="{9D8B030D-6E8A-4147-A177-3AD203B41FA5}">
                      <a16:colId xmlns:a16="http://schemas.microsoft.com/office/drawing/2014/main" val="2073067521"/>
                    </a:ext>
                  </a:extLst>
                </a:gridCol>
              </a:tblGrid>
              <a:tr h="603849">
                <a:tc>
                  <a:txBody>
                    <a:bodyPr/>
                    <a:lstStyle/>
                    <a:p>
                      <a:pPr marL="0" indent="0" algn="ctr" rtl="0">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Use Case Id</a:t>
                      </a:r>
                      <a:endParaRPr lang="en-US" sz="24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rtl="0">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Use Case Title</a:t>
                      </a:r>
                      <a:endParaRPr lang="en-US" sz="24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rtl="0">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Use Case Description</a:t>
                      </a:r>
                      <a:endParaRPr lang="en-US" sz="24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rtl="0">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Functional Requirement</a:t>
                      </a:r>
                      <a:endParaRPr lang="en-US" sz="2400" dirty="0">
                        <a:latin typeface="Times New Roman" panose="02020603050405020304" pitchFamily="18" charset="0"/>
                        <a:ea typeface="Calibri" charset="0"/>
                        <a:cs typeface="Times New Roman" panose="02020603050405020304" pitchFamily="18" charset="0"/>
                      </a:endParaRPr>
                    </a:p>
                  </a:txBody>
                  <a:tcPr anchor="ctr"/>
                </a:tc>
                <a:extLst>
                  <a:ext uri="{0D108BD9-81ED-4DB2-BD59-A6C34878D82A}">
                    <a16:rowId xmlns:a16="http://schemas.microsoft.com/office/drawing/2014/main" val="862861858"/>
                  </a:ext>
                </a:extLst>
              </a:tr>
              <a:tr h="72461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M4-UC1</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Generate Multiple Hook Variants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will generate multiple hook variants for the episode intro.</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generate at least three AI hook variants.</a:t>
                      </a:r>
                    </a:p>
                  </a:txBody>
                  <a:tcPr marL="45720" marR="45720" marT="0" marB="0" anchor="ctr"/>
                </a:tc>
                <a:extLst>
                  <a:ext uri="{0D108BD9-81ED-4DB2-BD59-A6C34878D82A}">
                    <a16:rowId xmlns:a16="http://schemas.microsoft.com/office/drawing/2014/main" val="1600558482"/>
                  </a:ext>
                </a:extLst>
              </a:tr>
              <a:tr h="805132">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M4-UC2</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Select Preferred Hook Style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select their preferred hook style from generated options.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users to choose a preferred hook style.</a:t>
                      </a:r>
                    </a:p>
                  </a:txBody>
                  <a:tcPr marL="45720" marR="45720" marT="0" marB="0" anchor="ctr"/>
                </a:tc>
                <a:extLst>
                  <a:ext uri="{0D108BD9-81ED-4DB2-BD59-A6C34878D82A}">
                    <a16:rowId xmlns:a16="http://schemas.microsoft.com/office/drawing/2014/main" val="3876383025"/>
                  </a:ext>
                </a:extLst>
              </a:tr>
              <a:tr h="72461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M4-UC3</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Customize Hook Tone (e.g., dramatic, curious, humorous)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customize the hook tone to match episode mood.</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tone selection as an AI generation parameter.</a:t>
                      </a:r>
                    </a:p>
                  </a:txBody>
                  <a:tcPr marL="45720" marR="45720" marT="0" marB="0" anchor="ctr"/>
                </a:tc>
                <a:extLst>
                  <a:ext uri="{0D108BD9-81ED-4DB2-BD59-A6C34878D82A}">
                    <a16:rowId xmlns:a16="http://schemas.microsoft.com/office/drawing/2014/main" val="2674519543"/>
                  </a:ext>
                </a:extLst>
              </a:tr>
              <a:tr h="72461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M4-UC4</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Regenerate Hooks with New Parameters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regenerate hooks by adjusting the generation parameters.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regenerate hooks without discarding prior results.</a:t>
                      </a:r>
                    </a:p>
                  </a:txBody>
                  <a:tcPr marL="45720" marR="45720" marT="0" marB="0" anchor="ctr"/>
                </a:tc>
                <a:extLst>
                  <a:ext uri="{0D108BD9-81ED-4DB2-BD59-A6C34878D82A}">
                    <a16:rowId xmlns:a16="http://schemas.microsoft.com/office/drawing/2014/main" val="3785169702"/>
                  </a:ext>
                </a:extLst>
              </a:tr>
              <a:tr h="72461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M4-UC5</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Preview Hook with Episode Context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preview the hook in the context of the full episode.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display the hook within full episode intro context.</a:t>
                      </a:r>
                    </a:p>
                  </a:txBody>
                  <a:tcPr marL="45720" marR="45720" marT="0" marB="0" anchor="ctr"/>
                </a:tc>
                <a:extLst>
                  <a:ext uri="{0D108BD9-81ED-4DB2-BD59-A6C34878D82A}">
                    <a16:rowId xmlns:a16="http://schemas.microsoft.com/office/drawing/2014/main" val="1064007937"/>
                  </a:ext>
                </a:extLst>
              </a:tr>
              <a:tr h="72461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M4-UC6</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Save Hook to Episode Draft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save their chosen hook to the episode draft.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save the selected hook to the episode draft.</a:t>
                      </a:r>
                    </a:p>
                  </a:txBody>
                  <a:tcPr marL="45720" marR="45720" marT="0" marB="0" anchor="ctr"/>
                </a:tc>
                <a:extLst>
                  <a:ext uri="{0D108BD9-81ED-4DB2-BD59-A6C34878D82A}">
                    <a16:rowId xmlns:a16="http://schemas.microsoft.com/office/drawing/2014/main" val="195956421"/>
                  </a:ext>
                </a:extLst>
              </a:tr>
              <a:tr h="72461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M4-UC7</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View Hook Performance Suggestions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view AI suggestions on improving hook performance.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provide AI suggestions to improve hook effectiveness.</a:t>
                      </a:r>
                    </a:p>
                  </a:txBody>
                  <a:tcPr marL="45720" marR="45720" marT="0" marB="0" anchor="ctr"/>
                </a:tc>
                <a:extLst>
                  <a:ext uri="{0D108BD9-81ED-4DB2-BD59-A6C34878D82A}">
                    <a16:rowId xmlns:a16="http://schemas.microsoft.com/office/drawing/2014/main" val="701786282"/>
                  </a:ext>
                </a:extLst>
              </a:tr>
              <a:tr h="72461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M4-UC8</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Export Hook as Standalone Script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export the hook as a standalone script file.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export the hook as a PDF or DOCX script.</a:t>
                      </a:r>
                    </a:p>
                  </a:txBody>
                  <a:tcPr marL="45720" marR="45720" marT="0" marB="0" anchor="ctr"/>
                </a:tc>
                <a:extLst>
                  <a:ext uri="{0D108BD9-81ED-4DB2-BD59-A6C34878D82A}">
                    <a16:rowId xmlns:a16="http://schemas.microsoft.com/office/drawing/2014/main" val="1966890337"/>
                  </a:ext>
                </a:extLst>
              </a:tr>
            </a:tbl>
          </a:graphicData>
        </a:graphic>
      </p:graphicFrame>
    </p:spTree>
    <p:extLst>
      <p:ext uri="{BB962C8B-B14F-4D97-AF65-F5344CB8AC3E}">
        <p14:creationId xmlns:p14="http://schemas.microsoft.com/office/powerpoint/2010/main" val="2255591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300DE-E850-3B3F-3B60-EDBADCED8551}"/>
              </a:ext>
            </a:extLst>
          </p:cNvPr>
          <p:cNvSpPr>
            <a:spLocks noGrp="1"/>
          </p:cNvSpPr>
          <p:nvPr>
            <p:ph type="title"/>
          </p:nvPr>
        </p:nvSpPr>
        <p:spPr>
          <a:xfrm>
            <a:off x="1422400" y="533400"/>
            <a:ext cx="14630400" cy="1524000"/>
          </a:xfrm>
        </p:spPr>
        <p:txBody>
          <a:bodyPr/>
          <a:lstStyle/>
          <a:p>
            <a:r>
              <a:rPr lang="en-US" sz="5400" b="1" u="sng" dirty="0">
                <a:latin typeface="Times New Roman" panose="02020603050405020304" pitchFamily="18" charset="0"/>
                <a:ea typeface="Calibri" pitchFamily="34" charset="-122"/>
                <a:cs typeface="Times New Roman" panose="02020603050405020304" pitchFamily="18" charset="0"/>
              </a:rPr>
              <a:t>Module 6: Episode Outline Planner </a:t>
            </a:r>
            <a:endParaRPr lang="en-US" sz="5400" u="sng"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0DBC00E-03BF-691D-615C-BBF848DA20C9}"/>
              </a:ext>
            </a:extLst>
          </p:cNvPr>
          <p:cNvSpPr>
            <a:spLocks noGrp="1"/>
          </p:cNvSpPr>
          <p:nvPr>
            <p:ph type="sldNum" sz="quarter" idx="12"/>
          </p:nvPr>
        </p:nvSpPr>
        <p:spPr/>
        <p:txBody>
          <a:bodyPr/>
          <a:lstStyle/>
          <a:p>
            <a:fld id="{A8EF9831-35B4-4843-9AA9-F06FC1EDDB89}" type="slidenum">
              <a:rPr lang="en-US" smtClean="0"/>
              <a:pPr/>
              <a:t>14</a:t>
            </a:fld>
            <a:endParaRPr lang="en-US" dirty="0"/>
          </a:p>
        </p:txBody>
      </p:sp>
      <p:graphicFrame>
        <p:nvGraphicFramePr>
          <p:cNvPr id="7" name="Content Placeholder 6">
            <a:extLst>
              <a:ext uri="{FF2B5EF4-FFF2-40B4-BE49-F238E27FC236}">
                <a16:creationId xmlns:a16="http://schemas.microsoft.com/office/drawing/2014/main" id="{7A44271C-8FAE-4E88-A729-C63E5A3FE72C}"/>
              </a:ext>
            </a:extLst>
          </p:cNvPr>
          <p:cNvGraphicFramePr>
            <a:graphicFrameLocks noGrp="1"/>
          </p:cNvGraphicFramePr>
          <p:nvPr>
            <p:ph idx="1"/>
            <p:extLst>
              <p:ext uri="{D42A27DB-BD31-4B8C-83A1-F6EECF244321}">
                <p14:modId xmlns:p14="http://schemas.microsoft.com/office/powerpoint/2010/main" val="3885716718"/>
              </p:ext>
            </p:extLst>
          </p:nvPr>
        </p:nvGraphicFramePr>
        <p:xfrm>
          <a:off x="812800" y="2133600"/>
          <a:ext cx="14630396" cy="6400802"/>
        </p:xfrm>
        <a:graphic>
          <a:graphicData uri="http://schemas.openxmlformats.org/drawingml/2006/table">
            <a:tbl>
              <a:tblPr firstRow="1" bandRow="1">
                <a:tableStyleId>{5C22544A-7EE6-4342-B048-85BDC9FD1C3A}</a:tableStyleId>
              </a:tblPr>
              <a:tblGrid>
                <a:gridCol w="3657599">
                  <a:extLst>
                    <a:ext uri="{9D8B030D-6E8A-4147-A177-3AD203B41FA5}">
                      <a16:colId xmlns:a16="http://schemas.microsoft.com/office/drawing/2014/main" val="3861701442"/>
                    </a:ext>
                  </a:extLst>
                </a:gridCol>
                <a:gridCol w="3657599">
                  <a:extLst>
                    <a:ext uri="{9D8B030D-6E8A-4147-A177-3AD203B41FA5}">
                      <a16:colId xmlns:a16="http://schemas.microsoft.com/office/drawing/2014/main" val="1156903148"/>
                    </a:ext>
                  </a:extLst>
                </a:gridCol>
                <a:gridCol w="3657599">
                  <a:extLst>
                    <a:ext uri="{9D8B030D-6E8A-4147-A177-3AD203B41FA5}">
                      <a16:colId xmlns:a16="http://schemas.microsoft.com/office/drawing/2014/main" val="259981109"/>
                    </a:ext>
                  </a:extLst>
                </a:gridCol>
                <a:gridCol w="3657599">
                  <a:extLst>
                    <a:ext uri="{9D8B030D-6E8A-4147-A177-3AD203B41FA5}">
                      <a16:colId xmlns:a16="http://schemas.microsoft.com/office/drawing/2014/main" val="537585749"/>
                    </a:ext>
                  </a:extLst>
                </a:gridCol>
              </a:tblGrid>
              <a:tr h="542441">
                <a:tc>
                  <a:txBody>
                    <a:bodyPr/>
                    <a:lstStyle/>
                    <a:p>
                      <a:pPr marL="0" indent="0" algn="ctr">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Use Case Id</a:t>
                      </a:r>
                      <a:endParaRPr lang="en-US" sz="24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Use Case Title</a:t>
                      </a:r>
                      <a:endParaRPr lang="en-US" sz="24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Use Case Description</a:t>
                      </a:r>
                      <a:endParaRPr lang="en-US" sz="2000" dirty="0">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ctr">
                        <a:buNone/>
                      </a:pP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Functional Requirement</a:t>
                      </a:r>
                      <a:endParaRPr lang="en-US" sz="2400" dirty="0">
                        <a:latin typeface="Times New Roman" panose="02020603050405020304" pitchFamily="18" charset="0"/>
                        <a:ea typeface="Calibri" charset="0"/>
                        <a:cs typeface="Times New Roman" panose="02020603050405020304" pitchFamily="18" charset="0"/>
                      </a:endParaRPr>
                    </a:p>
                  </a:txBody>
                  <a:tcPr anchor="ctr"/>
                </a:tc>
                <a:extLst>
                  <a:ext uri="{0D108BD9-81ED-4DB2-BD59-A6C34878D82A}">
                    <a16:rowId xmlns:a16="http://schemas.microsoft.com/office/drawing/2014/main" val="1655152540"/>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M5-UC1</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Generate Full Episode Outline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will generate a complete outline for the episode.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generate a full outline combining all episode components. </a:t>
                      </a:r>
                    </a:p>
                  </a:txBody>
                  <a:tcPr marL="45720" marR="45720" marT="0" marB="0" anchor="ctr"/>
                </a:tc>
                <a:extLst>
                  <a:ext uri="{0D108BD9-81ED-4DB2-BD59-A6C34878D82A}">
                    <a16:rowId xmlns:a16="http://schemas.microsoft.com/office/drawing/2014/main" val="1121799834"/>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M5-UC2</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View Outline in Structured Format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view the outline in a clear, structured format.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display the outline with sections and timestamps.</a:t>
                      </a:r>
                    </a:p>
                  </a:txBody>
                  <a:tcPr marL="45720" marR="45720" marT="0" marB="0" anchor="ctr"/>
                </a:tc>
                <a:extLst>
                  <a:ext uri="{0D108BD9-81ED-4DB2-BD59-A6C34878D82A}">
                    <a16:rowId xmlns:a16="http://schemas.microsoft.com/office/drawing/2014/main" val="3343252005"/>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M5-UC3</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Edit Outline Sections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edit individual sections of the generated outline.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inline editing of any outline section.</a:t>
                      </a:r>
                    </a:p>
                  </a:txBody>
                  <a:tcPr marL="45720" marR="45720" marT="0" marB="0" anchor="ctr"/>
                </a:tc>
                <a:extLst>
                  <a:ext uri="{0D108BD9-81ED-4DB2-BD59-A6C34878D82A}">
                    <a16:rowId xmlns:a16="http://schemas.microsoft.com/office/drawing/2014/main" val="1480715427"/>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M5-UC4</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Reorder Outline Segments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reorder outline segments to fit their episode flow.</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support drag-and-drop outline segment reordering.</a:t>
                      </a:r>
                    </a:p>
                  </a:txBody>
                  <a:tcPr marL="45720" marR="45720" marT="0" marB="0" anchor="ctr"/>
                </a:tc>
                <a:extLst>
                  <a:ext uri="{0D108BD9-81ED-4DB2-BD59-A6C34878D82A}">
                    <a16:rowId xmlns:a16="http://schemas.microsoft.com/office/drawing/2014/main" val="2786000160"/>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M5-UC5</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Add Custom Sections to Outline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add custom sections to personalize the outline.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allow users to insert custom outline sections.</a:t>
                      </a:r>
                    </a:p>
                  </a:txBody>
                  <a:tcPr marL="45720" marR="45720" marT="0" marB="0" anchor="ctr"/>
                </a:tc>
                <a:extLst>
                  <a:ext uri="{0D108BD9-81ED-4DB2-BD59-A6C34878D82A}">
                    <a16:rowId xmlns:a16="http://schemas.microsoft.com/office/drawing/2014/main" val="867672291"/>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M5-UC6</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Apply Outline Templates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apply pre-built outline templates to their episode.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provide pre-built templates to populate the outline.</a:t>
                      </a:r>
                    </a:p>
                  </a:txBody>
                  <a:tcPr marL="45720" marR="45720" marT="0" marB="0" anchor="ctr"/>
                </a:tc>
                <a:extLst>
                  <a:ext uri="{0D108BD9-81ED-4DB2-BD59-A6C34878D82A}">
                    <a16:rowId xmlns:a16="http://schemas.microsoft.com/office/drawing/2014/main" val="2756526458"/>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M5-UC7</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Export Outline as PDF / DOCX / Notion</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export the outline as PDF, DOCX, or Notion format.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export the outline in PDF, DOCX, or Notion format.</a:t>
                      </a:r>
                    </a:p>
                  </a:txBody>
                  <a:tcPr marL="45720" marR="45720" marT="0" marB="0" anchor="ctr"/>
                </a:tc>
                <a:extLst>
                  <a:ext uri="{0D108BD9-81ED-4DB2-BD59-A6C34878D82A}">
                    <a16:rowId xmlns:a16="http://schemas.microsoft.com/office/drawing/2014/main" val="912527611"/>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M5-UC8</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Share Outline with Team Members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share the episode outline with their team members.</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generate a shareable link with access permissions.</a:t>
                      </a:r>
                    </a:p>
                  </a:txBody>
                  <a:tcPr marL="45720" marR="45720" marT="0" marB="0" anchor="ctr"/>
                </a:tc>
                <a:extLst>
                  <a:ext uri="{0D108BD9-81ED-4DB2-BD59-A6C34878D82A}">
                    <a16:rowId xmlns:a16="http://schemas.microsoft.com/office/drawing/2014/main" val="3057288217"/>
                  </a:ext>
                </a:extLst>
              </a:tr>
              <a:tr h="650929">
                <a:tc>
                  <a:txBody>
                    <a:bodyPr/>
                    <a:lstStyle/>
                    <a:p>
                      <a:pPr marL="0" indent="0" algn="ctr">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M5-UC9</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Save Outline as Episode Draft</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Users will save the outline as an episode draft for later use.</a:t>
                      </a:r>
                      <a:endParaRPr lang="en-US" sz="1600" dirty="0">
                        <a:solidFill>
                          <a:schemeClr val="tx1"/>
                        </a:solidFill>
                        <a:latin typeface="Times New Roman" panose="02020603050405020304" pitchFamily="18" charset="0"/>
                        <a:ea typeface="Calibri" charset="0"/>
                        <a:cs typeface="Times New Roman" panose="02020603050405020304" pitchFamily="18" charset="0"/>
                      </a:endParaRPr>
                    </a:p>
                  </a:txBody>
                  <a:tcPr marL="73152" marR="73152" marT="0" marB="0" anchor="ctr"/>
                </a:tc>
                <a:tc>
                  <a:txBody>
                    <a:bodyPr/>
                    <a:lstStyle/>
                    <a:p>
                      <a:pPr marL="0" indent="0" algn="l">
                        <a:buNone/>
                      </a:pPr>
                      <a:r>
                        <a:rPr lang="en-US" sz="1600" dirty="0">
                          <a:solidFill>
                            <a:schemeClr val="tx1"/>
                          </a:solidFill>
                          <a:latin typeface="Times New Roman" panose="02020603050405020304" pitchFamily="18" charset="0"/>
                          <a:ea typeface="Calibri" pitchFamily="34" charset="-122"/>
                          <a:cs typeface="Times New Roman" panose="02020603050405020304" pitchFamily="18" charset="0"/>
                        </a:rPr>
                        <a:t>The system shall auto-save and allow manual saving of the outline.</a:t>
                      </a:r>
                    </a:p>
                  </a:txBody>
                  <a:tcPr marL="45720" marR="45720" marT="0" marB="0" anchor="ctr"/>
                </a:tc>
                <a:extLst>
                  <a:ext uri="{0D108BD9-81ED-4DB2-BD59-A6C34878D82A}">
                    <a16:rowId xmlns:a16="http://schemas.microsoft.com/office/drawing/2014/main" val="2591701856"/>
                  </a:ext>
                </a:extLst>
              </a:tr>
            </a:tbl>
          </a:graphicData>
        </a:graphic>
      </p:graphicFrame>
    </p:spTree>
    <p:extLst>
      <p:ext uri="{BB962C8B-B14F-4D97-AF65-F5344CB8AC3E}">
        <p14:creationId xmlns:p14="http://schemas.microsoft.com/office/powerpoint/2010/main" val="459386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6800" y="342900"/>
            <a:ext cx="13213080" cy="1143000"/>
          </a:xfrm>
        </p:spPr>
        <p:txBody>
          <a:bodyPr/>
          <a:lstStyle/>
          <a:p>
            <a:r>
              <a:rPr lang="en-US" sz="6600" b="1" u="sng" dirty="0">
                <a:latin typeface="Times New Roman" panose="02020603050405020304" pitchFamily="18" charset="0"/>
                <a:cs typeface="Times New Roman" panose="02020603050405020304" pitchFamily="18" charset="0"/>
              </a:rPr>
              <a:t>Requirement Elicitation Techniques</a:t>
            </a:r>
            <a:br>
              <a:rPr lang="en-US" sz="6600" b="1" u="sng" dirty="0">
                <a:latin typeface="Times New Roman" panose="02020603050405020304" pitchFamily="18" charset="0"/>
                <a:cs typeface="Times New Roman" panose="02020603050405020304" pitchFamily="18" charset="0"/>
              </a:rPr>
            </a:br>
            <a:endParaRPr lang="en-US" sz="6600" b="1" u="sng" dirty="0">
              <a:latin typeface="Times New Roman" panose="02020603050405020304" pitchFamily="18" charset="0"/>
              <a:cs typeface="Times New Roman" panose="02020603050405020304" pitchFamily="18" charset="0"/>
            </a:endParaRPr>
          </a:p>
        </p:txBody>
      </p:sp>
      <p:sp>
        <p:nvSpPr>
          <p:cNvPr id="3" name="Content Placeholder 2"/>
          <p:cNvSpPr txBox="1">
            <a:spLocks/>
          </p:cNvSpPr>
          <p:nvPr/>
        </p:nvSpPr>
        <p:spPr>
          <a:xfrm>
            <a:off x="355600" y="2129081"/>
            <a:ext cx="155448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lvl="0" indent="-457200" algn="l" eaLnBrk="0" fontAlgn="base" hangingPunct="0">
              <a:spcBef>
                <a:spcPct val="0"/>
              </a:spcBef>
              <a:spcAft>
                <a:spcPct val="0"/>
              </a:spcAft>
              <a:buFont typeface="Arial" panose="020B0604020202020204" pitchFamily="34" charset="0"/>
              <a:buChar char="•"/>
            </a:pPr>
            <a:r>
              <a:rPr lang="en-US" altLang="en-US" b="1" dirty="0">
                <a:solidFill>
                  <a:schemeClr val="tx1"/>
                </a:solidFill>
                <a:latin typeface="Times New Roman" panose="02020603050405020304" pitchFamily="18" charset="0"/>
                <a:cs typeface="Times New Roman" panose="02020603050405020304" pitchFamily="18" charset="0"/>
              </a:rPr>
              <a:t>Interviews:</a:t>
            </a:r>
            <a:r>
              <a:rPr lang="en-US" altLang="en-US" dirty="0">
                <a:solidFill>
                  <a:schemeClr val="tx1"/>
                </a:solidFill>
                <a:latin typeface="Times New Roman" panose="02020603050405020304" pitchFamily="18" charset="0"/>
                <a:cs typeface="Times New Roman" panose="02020603050405020304" pitchFamily="18" charset="0"/>
              </a:rPr>
              <a:t> Conducted with podcast creators to understand their specific workflows and challenges.</a:t>
            </a:r>
          </a:p>
          <a:p>
            <a:pPr marL="457200" lvl="0" indent="-457200" algn="l" eaLnBrk="0" fontAlgn="base" hangingPunct="0">
              <a:spcBef>
                <a:spcPct val="0"/>
              </a:spcBef>
              <a:spcAft>
                <a:spcPct val="0"/>
              </a:spcAft>
              <a:buFont typeface="Arial" panose="020B0604020202020204" pitchFamily="34" charset="0"/>
              <a:buChar char="•"/>
            </a:pPr>
            <a:r>
              <a:rPr lang="en-US" altLang="en-US" b="1" dirty="0">
                <a:solidFill>
                  <a:schemeClr val="tx1"/>
                </a:solidFill>
                <a:latin typeface="Times New Roman" panose="02020603050405020304" pitchFamily="18" charset="0"/>
                <a:cs typeface="Times New Roman" panose="02020603050405020304" pitchFamily="18" charset="0"/>
              </a:rPr>
              <a:t>Questionnaires:</a:t>
            </a:r>
            <a:r>
              <a:rPr lang="en-US" altLang="en-US" dirty="0">
                <a:solidFill>
                  <a:schemeClr val="tx1"/>
                </a:solidFill>
                <a:latin typeface="Times New Roman" panose="02020603050405020304" pitchFamily="18" charset="0"/>
                <a:cs typeface="Times New Roman" panose="02020603050405020304" pitchFamily="18" charset="0"/>
              </a:rPr>
              <a:t> Distributed to creators to gather quantitative data on preparation difficulties.</a:t>
            </a:r>
          </a:p>
          <a:p>
            <a:pPr marL="457200" lvl="0" indent="-457200" algn="l" eaLnBrk="0" fontAlgn="base" hangingPunct="0">
              <a:spcBef>
                <a:spcPct val="0"/>
              </a:spcBef>
              <a:spcAft>
                <a:spcPct val="0"/>
              </a:spcAft>
              <a:buFont typeface="Arial" panose="020B0604020202020204" pitchFamily="34" charset="0"/>
              <a:buChar char="•"/>
            </a:pPr>
            <a:r>
              <a:rPr lang="en-US" altLang="en-US" b="1" dirty="0">
                <a:solidFill>
                  <a:schemeClr val="tx1"/>
                </a:solidFill>
                <a:latin typeface="Times New Roman" panose="02020603050405020304" pitchFamily="18" charset="0"/>
                <a:cs typeface="Times New Roman" panose="02020603050405020304" pitchFamily="18" charset="0"/>
              </a:rPr>
              <a:t>Observation:</a:t>
            </a:r>
            <a:r>
              <a:rPr lang="en-US" altLang="en-US" dirty="0">
                <a:solidFill>
                  <a:schemeClr val="tx1"/>
                </a:solidFill>
                <a:latin typeface="Times New Roman" panose="02020603050405020304" pitchFamily="18" charset="0"/>
                <a:cs typeface="Times New Roman" panose="02020603050405020304" pitchFamily="18" charset="0"/>
              </a:rPr>
              <a:t> Studying how podcasters currently use existing tools like Notion or Descript for planning.</a:t>
            </a:r>
          </a:p>
          <a:p>
            <a:pPr marL="457200" lvl="0" indent="-457200" algn="l" eaLnBrk="0" fontAlgn="base" hangingPunct="0">
              <a:spcBef>
                <a:spcPct val="0"/>
              </a:spcBef>
              <a:spcAft>
                <a:spcPct val="0"/>
              </a:spcAft>
              <a:buFont typeface="Arial" panose="020B0604020202020204" pitchFamily="34" charset="0"/>
              <a:buChar char="•"/>
            </a:pPr>
            <a:r>
              <a:rPr lang="en-US" altLang="en-US" b="1" dirty="0">
                <a:solidFill>
                  <a:schemeClr val="tx1"/>
                </a:solidFill>
                <a:latin typeface="Times New Roman" panose="02020603050405020304" pitchFamily="18" charset="0"/>
                <a:cs typeface="Times New Roman" panose="02020603050405020304" pitchFamily="18" charset="0"/>
              </a:rPr>
              <a:t>Online Research:</a:t>
            </a:r>
            <a:r>
              <a:rPr lang="en-US" altLang="en-US" dirty="0">
                <a:solidFill>
                  <a:schemeClr val="tx1"/>
                </a:solidFill>
                <a:latin typeface="Times New Roman" panose="02020603050405020304" pitchFamily="18" charset="0"/>
                <a:cs typeface="Times New Roman" panose="02020603050405020304" pitchFamily="18" charset="0"/>
              </a:rPr>
              <a:t> Analyzing current podcast production trends and user expectations.</a:t>
            </a:r>
          </a:p>
          <a:p>
            <a:pPr marL="457200" lvl="0" indent="-457200" algn="l" eaLnBrk="0" fontAlgn="base" hangingPunct="0">
              <a:spcBef>
                <a:spcPct val="0"/>
              </a:spcBef>
              <a:spcAft>
                <a:spcPct val="0"/>
              </a:spcAft>
              <a:buFont typeface="Arial" panose="020B0604020202020204" pitchFamily="34" charset="0"/>
              <a:buChar char="•"/>
            </a:pPr>
            <a:r>
              <a:rPr lang="en-US" altLang="en-US" b="1" dirty="0">
                <a:solidFill>
                  <a:schemeClr val="tx1"/>
                </a:solidFill>
                <a:latin typeface="Times New Roman" panose="02020603050405020304" pitchFamily="18" charset="0"/>
                <a:cs typeface="Times New Roman" panose="02020603050405020304" pitchFamily="18" charset="0"/>
              </a:rPr>
              <a:t>Reasoning:</a:t>
            </a:r>
            <a:r>
              <a:rPr lang="en-US" altLang="en-US" dirty="0">
                <a:solidFill>
                  <a:schemeClr val="tx1"/>
                </a:solidFill>
                <a:latin typeface="Times New Roman" panose="02020603050405020304" pitchFamily="18" charset="0"/>
                <a:cs typeface="Times New Roman" panose="02020603050405020304" pitchFamily="18" charset="0"/>
              </a:rPr>
              <a:t> To ensure </a:t>
            </a:r>
            <a:r>
              <a:rPr lang="en-US" altLang="en-US" dirty="0" err="1">
                <a:solidFill>
                  <a:schemeClr val="tx1"/>
                </a:solidFill>
                <a:latin typeface="Times New Roman" panose="02020603050405020304" pitchFamily="18" charset="0"/>
                <a:cs typeface="Times New Roman" panose="02020603050405020304" pitchFamily="18" charset="0"/>
              </a:rPr>
              <a:t>PodCraft</a:t>
            </a:r>
            <a:r>
              <a:rPr lang="en-US" altLang="en-US" dirty="0">
                <a:solidFill>
                  <a:schemeClr val="tx1"/>
                </a:solidFill>
                <a:latin typeface="Times New Roman" panose="02020603050405020304" pitchFamily="18" charset="0"/>
                <a:cs typeface="Times New Roman" panose="02020603050405020304" pitchFamily="18" charset="0"/>
              </a:rPr>
              <a:t> aligns with real-world user needs and solves actual planning bottlenecks.</a:t>
            </a:r>
          </a:p>
        </p:txBody>
      </p:sp>
    </p:spTree>
    <p:extLst>
      <p:ext uri="{BB962C8B-B14F-4D97-AF65-F5344CB8AC3E}">
        <p14:creationId xmlns:p14="http://schemas.microsoft.com/office/powerpoint/2010/main" val="32943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6600" b="1" u="sng" dirty="0">
                <a:latin typeface="Times New Roman" panose="02020603050405020304" pitchFamily="18" charset="0"/>
                <a:cs typeface="Times New Roman" panose="02020603050405020304" pitchFamily="18" charset="0"/>
              </a:rPr>
              <a:t>Use Case Diagram</a:t>
            </a:r>
            <a:br>
              <a:rPr lang="en-US" sz="6600" b="1" u="sng" dirty="0">
                <a:latin typeface="Times New Roman" panose="02020603050405020304" pitchFamily="18" charset="0"/>
                <a:cs typeface="Times New Roman" panose="02020603050405020304" pitchFamily="18" charset="0"/>
              </a:rPr>
            </a:br>
            <a:r>
              <a:rPr lang="en-US" sz="6600" b="1" u="sng" dirty="0">
                <a:latin typeface="Times New Roman" panose="02020603050405020304" pitchFamily="18" charset="0"/>
                <a:cs typeface="Times New Roman" panose="02020603050405020304" pitchFamily="18" charset="0"/>
              </a:rPr>
              <a:t/>
            </a:r>
            <a:br>
              <a:rPr lang="en-US" sz="6600" b="1" u="sng" dirty="0">
                <a:latin typeface="Times New Roman" panose="02020603050405020304" pitchFamily="18" charset="0"/>
                <a:cs typeface="Times New Roman" panose="02020603050405020304" pitchFamily="18" charset="0"/>
              </a:rPr>
            </a:br>
            <a:endParaRPr lang="en-US" sz="6600" b="1" u="sng" dirty="0">
              <a:latin typeface="Times New Roman" panose="02020603050405020304" pitchFamily="18" charset="0"/>
              <a:cs typeface="Times New Roman" panose="02020603050405020304" pitchFamily="18" charset="0"/>
            </a:endParaRPr>
          </a:p>
        </p:txBody>
      </p:sp>
      <p:sp>
        <p:nvSpPr>
          <p:cNvPr id="3" name="Content Placeholder 2"/>
          <p:cNvSpPr txBox="1">
            <a:spLocks/>
          </p:cNvSpPr>
          <p:nvPr/>
        </p:nvSpPr>
        <p:spPr>
          <a:xfrm>
            <a:off x="355600" y="2129081"/>
            <a:ext cx="155448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2800" y="1981200"/>
            <a:ext cx="7010399" cy="6858000"/>
          </a:xfrm>
          <a:prstGeom prst="rect">
            <a:avLst/>
          </a:prstGeom>
        </p:spPr>
      </p:pic>
    </p:spTree>
    <p:extLst>
      <p:ext uri="{BB962C8B-B14F-4D97-AF65-F5344CB8AC3E}">
        <p14:creationId xmlns:p14="http://schemas.microsoft.com/office/powerpoint/2010/main" val="3129678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674B1-DB41-CCBA-0002-031490D39043}"/>
              </a:ext>
            </a:extLst>
          </p:cNvPr>
          <p:cNvSpPr>
            <a:spLocks noGrp="1"/>
          </p:cNvSpPr>
          <p:nvPr>
            <p:ph type="title"/>
          </p:nvPr>
        </p:nvSpPr>
        <p:spPr/>
        <p:txBody>
          <a:bodyPr/>
          <a:lstStyle/>
          <a:p>
            <a:r>
              <a:rPr lang="en-US" sz="6600" b="1" u="sng" dirty="0">
                <a:latin typeface="Times New Roman" panose="02020603050405020304" pitchFamily="18" charset="0"/>
                <a:cs typeface="Times New Roman" panose="02020603050405020304" pitchFamily="18" charset="0"/>
              </a:rPr>
              <a:t>Context / Block Diagram</a:t>
            </a:r>
            <a:br>
              <a:rPr lang="en-US" sz="6600" b="1" u="sng" dirty="0">
                <a:latin typeface="Times New Roman" panose="02020603050405020304" pitchFamily="18" charset="0"/>
                <a:cs typeface="Times New Roman" panose="02020603050405020304" pitchFamily="18" charset="0"/>
              </a:rPr>
            </a:br>
            <a:endParaRPr lang="en-US" sz="6000" dirty="0"/>
          </a:p>
        </p:txBody>
      </p:sp>
      <p:pic>
        <p:nvPicPr>
          <p:cNvPr id="6" name="Content Placeholder 5">
            <a:extLst>
              <a:ext uri="{FF2B5EF4-FFF2-40B4-BE49-F238E27FC236}">
                <a16:creationId xmlns:a16="http://schemas.microsoft.com/office/drawing/2014/main" id="{5179C56F-F660-7E68-054E-EA1546F09B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51400" y="2116306"/>
            <a:ext cx="6705599" cy="6209807"/>
          </a:xfrm>
          <a:prstGeom prst="rect">
            <a:avLst/>
          </a:prstGeom>
        </p:spPr>
      </p:pic>
      <p:sp>
        <p:nvSpPr>
          <p:cNvPr id="4" name="Slide Number Placeholder 3">
            <a:extLst>
              <a:ext uri="{FF2B5EF4-FFF2-40B4-BE49-F238E27FC236}">
                <a16:creationId xmlns:a16="http://schemas.microsoft.com/office/drawing/2014/main" id="{942893A0-6C0E-BDE4-AA68-9A552727DC9F}"/>
              </a:ext>
            </a:extLst>
          </p:cNvPr>
          <p:cNvSpPr>
            <a:spLocks noGrp="1"/>
          </p:cNvSpPr>
          <p:nvPr>
            <p:ph type="sldNum" sz="quarter" idx="12"/>
          </p:nvPr>
        </p:nvSpPr>
        <p:spPr/>
        <p:txBody>
          <a:bodyPr/>
          <a:lstStyle/>
          <a:p>
            <a:fld id="{A8EF9831-35B4-4843-9AA9-F06FC1EDDB89}" type="slidenum">
              <a:rPr lang="en-US" smtClean="0"/>
              <a:pPr/>
              <a:t>17</a:t>
            </a:fld>
            <a:endParaRPr lang="en-US" dirty="0"/>
          </a:p>
        </p:txBody>
      </p:sp>
    </p:spTree>
    <p:extLst>
      <p:ext uri="{BB962C8B-B14F-4D97-AF65-F5344CB8AC3E}">
        <p14:creationId xmlns:p14="http://schemas.microsoft.com/office/powerpoint/2010/main" val="3681171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6600" b="1" u="sng" dirty="0">
                <a:latin typeface="Times New Roman" panose="02020603050405020304" pitchFamily="18" charset="0"/>
                <a:cs typeface="Times New Roman" panose="02020603050405020304" pitchFamily="18" charset="0"/>
              </a:rPr>
              <a:t>Non-Functional Requirement</a:t>
            </a:r>
            <a:br>
              <a:rPr lang="en-US" sz="6600" b="1" u="sng" dirty="0">
                <a:latin typeface="Times New Roman" panose="02020603050405020304" pitchFamily="18" charset="0"/>
                <a:cs typeface="Times New Roman" panose="02020603050405020304" pitchFamily="18" charset="0"/>
              </a:rPr>
            </a:br>
            <a:r>
              <a:rPr lang="en-US" sz="6600" b="1" u="sng" dirty="0">
                <a:latin typeface="Times New Roman" panose="02020603050405020304" pitchFamily="18" charset="0"/>
                <a:cs typeface="Times New Roman" panose="02020603050405020304" pitchFamily="18" charset="0"/>
              </a:rPr>
              <a:t/>
            </a:r>
            <a:br>
              <a:rPr lang="en-US" sz="6600" b="1" u="sng" dirty="0">
                <a:latin typeface="Times New Roman" panose="02020603050405020304" pitchFamily="18" charset="0"/>
                <a:cs typeface="Times New Roman" panose="02020603050405020304" pitchFamily="18" charset="0"/>
              </a:rPr>
            </a:br>
            <a:endParaRPr lang="en-US" sz="6600" b="1" u="sng" dirty="0">
              <a:latin typeface="Times New Roman" panose="02020603050405020304" pitchFamily="18" charset="0"/>
              <a:cs typeface="Times New Roman" panose="02020603050405020304" pitchFamily="18" charset="0"/>
            </a:endParaRPr>
          </a:p>
        </p:txBody>
      </p:sp>
      <p:sp>
        <p:nvSpPr>
          <p:cNvPr id="3" name="Content Placeholder 2"/>
          <p:cNvSpPr txBox="1">
            <a:spLocks/>
          </p:cNvSpPr>
          <p:nvPr/>
        </p:nvSpPr>
        <p:spPr>
          <a:xfrm>
            <a:off x="169160" y="1828800"/>
            <a:ext cx="155448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2400" b="1" dirty="0" err="1">
                <a:solidFill>
                  <a:srgbClr val="FF0000"/>
                </a:solidFill>
              </a:rPr>
              <a:t>PodCraft</a:t>
            </a:r>
            <a:r>
              <a:rPr lang="en-US" sz="2400" b="1" dirty="0">
                <a:solidFill>
                  <a:srgbClr val="FF0000"/>
                </a:solidFill>
              </a:rPr>
              <a:t> - Non-Functional Requirements</a:t>
            </a:r>
          </a:p>
          <a:p>
            <a:pPr algn="just"/>
            <a:endParaRPr lang="en-US" sz="2800" b="1" dirty="0">
              <a:solidFill>
                <a:srgbClr val="FF0000"/>
              </a:solidFill>
            </a:endParaRPr>
          </a:p>
          <a:p>
            <a:pPr marL="457200" indent="-457200" algn="l">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aphicFrame>
        <p:nvGraphicFramePr>
          <p:cNvPr id="7" name="Content Placeholder 8">
            <a:extLst>
              <a:ext uri="{FF2B5EF4-FFF2-40B4-BE49-F238E27FC236}">
                <a16:creationId xmlns:a16="http://schemas.microsoft.com/office/drawing/2014/main" id="{21319386-CAED-4F05-8F82-28C55745031B}"/>
              </a:ext>
            </a:extLst>
          </p:cNvPr>
          <p:cNvGraphicFramePr>
            <a:graphicFrameLocks/>
          </p:cNvGraphicFramePr>
          <p:nvPr>
            <p:extLst>
              <p:ext uri="{D42A27DB-BD31-4B8C-83A1-F6EECF244321}">
                <p14:modId xmlns:p14="http://schemas.microsoft.com/office/powerpoint/2010/main" val="1757673548"/>
              </p:ext>
            </p:extLst>
          </p:nvPr>
        </p:nvGraphicFramePr>
        <p:xfrm>
          <a:off x="169160" y="2191932"/>
          <a:ext cx="15815907" cy="6743911"/>
        </p:xfrm>
        <a:graphic>
          <a:graphicData uri="http://schemas.openxmlformats.org/drawingml/2006/table">
            <a:tbl>
              <a:tblPr firstRow="1" bandRow="1">
                <a:tableStyleId>{5C22544A-7EE6-4342-B048-85BDC9FD1C3A}</a:tableStyleId>
              </a:tblPr>
              <a:tblGrid>
                <a:gridCol w="1471142">
                  <a:extLst>
                    <a:ext uri="{9D8B030D-6E8A-4147-A177-3AD203B41FA5}">
                      <a16:colId xmlns:a16="http://schemas.microsoft.com/office/drawing/2014/main" val="3079665425"/>
                    </a:ext>
                  </a:extLst>
                </a:gridCol>
                <a:gridCol w="14344765">
                  <a:extLst>
                    <a:ext uri="{9D8B030D-6E8A-4147-A177-3AD203B41FA5}">
                      <a16:colId xmlns:a16="http://schemas.microsoft.com/office/drawing/2014/main" val="3504073780"/>
                    </a:ext>
                  </a:extLst>
                </a:gridCol>
              </a:tblGrid>
              <a:tr h="338543">
                <a:tc>
                  <a:txBody>
                    <a:bodyPr/>
                    <a:lstStyle/>
                    <a:p>
                      <a:pPr algn="ctr">
                        <a:lnSpc>
                          <a:spcPct val="100000"/>
                        </a:lnSpc>
                        <a:spcAft>
                          <a:spcPts val="0"/>
                        </a:spcAft>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CA"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75000"/>
                      </a:schemeClr>
                    </a:solidFill>
                  </a:tcPr>
                </a:tc>
                <a:tc>
                  <a:txBody>
                    <a:bodyPr/>
                    <a:lstStyle/>
                    <a:p>
                      <a:pPr lvl="1"/>
                      <a:r>
                        <a:rPr lang="en-US" sz="1800" b="1" kern="1200" dirty="0">
                          <a:solidFill>
                            <a:schemeClr val="lt1"/>
                          </a:solidFill>
                          <a:effectLst/>
                          <a:latin typeface="Times New Roman" panose="02020603050405020304" pitchFamily="18" charset="0"/>
                          <a:ea typeface="+mn-ea"/>
                          <a:cs typeface="Times New Roman" panose="02020603050405020304" pitchFamily="18" charset="0"/>
                        </a:rPr>
                        <a:t>Performance Requirements </a:t>
                      </a:r>
                    </a:p>
                  </a:txBody>
                  <a:tcPr marL="68580" marR="68580" marT="0" marB="0">
                    <a:solidFill>
                      <a:schemeClr val="accent1">
                        <a:lumMod val="75000"/>
                      </a:schemeClr>
                    </a:solidFill>
                  </a:tcPr>
                </a:tc>
                <a:extLst>
                  <a:ext uri="{0D108BD9-81ED-4DB2-BD59-A6C34878D82A}">
                    <a16:rowId xmlns:a16="http://schemas.microsoft.com/office/drawing/2014/main" val="4185023544"/>
                  </a:ext>
                </a:extLst>
              </a:tr>
              <a:tr h="699796">
                <a:tc>
                  <a:txBody>
                    <a:bodyPr/>
                    <a:lstStyle/>
                    <a:p>
                      <a:pPr algn="ctr">
                        <a:lnSpc>
                          <a:spcPct val="100000"/>
                        </a:lnSpc>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NFR-1</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0"/>
                        </a:spcAft>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The system shall respond to user requests within 3 seconds under normal load. AI agent research tasks shall complete within 15 seconds for a given niche or guest. The platform shall support up to 500 concurrent users with no degradation in response time. API throughput shall handle at least 100 requests per minute.</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80898334"/>
                  </a:ext>
                </a:extLst>
              </a:tr>
              <a:tr h="350520">
                <a:tc>
                  <a:txBody>
                    <a:bodyPr/>
                    <a:lstStyle/>
                    <a:p>
                      <a:pPr algn="ctr">
                        <a:lnSpc>
                          <a:spcPct val="100000"/>
                        </a:lnSpc>
                        <a:spcAft>
                          <a:spcPts val="0"/>
                        </a:spcAft>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CA"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75000"/>
                      </a:schemeClr>
                    </a:solidFill>
                  </a:tcPr>
                </a:tc>
                <a:tc>
                  <a:txBody>
                    <a:bodyPr/>
                    <a:lstStyle/>
                    <a:p>
                      <a:pPr lvl="1"/>
                      <a:r>
                        <a:rPr lang="en-US" sz="1800" b="1" kern="1200" dirty="0">
                          <a:solidFill>
                            <a:schemeClr val="lt1"/>
                          </a:solidFill>
                          <a:effectLst/>
                          <a:latin typeface="Times New Roman" panose="02020603050405020304" pitchFamily="18" charset="0"/>
                          <a:ea typeface="+mn-ea"/>
                          <a:cs typeface="Times New Roman" panose="02020603050405020304" pitchFamily="18" charset="0"/>
                        </a:rPr>
                        <a:t>Reliability </a:t>
                      </a:r>
                    </a:p>
                  </a:txBody>
                  <a:tcPr marL="68580" marR="68580" marT="0" marB="0">
                    <a:solidFill>
                      <a:schemeClr val="accent1">
                        <a:lumMod val="75000"/>
                      </a:schemeClr>
                    </a:solidFill>
                  </a:tcPr>
                </a:tc>
                <a:extLst>
                  <a:ext uri="{0D108BD9-81ED-4DB2-BD59-A6C34878D82A}">
                    <a16:rowId xmlns:a16="http://schemas.microsoft.com/office/drawing/2014/main" val="777250370"/>
                  </a:ext>
                </a:extLst>
              </a:tr>
              <a:tr h="434762">
                <a:tc>
                  <a:txBody>
                    <a:bodyPr/>
                    <a:lstStyle/>
                    <a:p>
                      <a:pPr algn="ctr">
                        <a:lnSpc>
                          <a:spcPct val="100000"/>
                        </a:lnSpc>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NFR-2</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0"/>
                        </a:spcAft>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PodCraft shall maintain 99.5% uptime monthly. The system shall implement automatic failover for critical AI agent services. All episode plans shall be auto-saved every 60 seconds to prevent data loss. Recovery time objective (RTO) shall not exceed 30 minutes in the event of system failure.</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96602924"/>
                  </a:ext>
                </a:extLst>
              </a:tr>
              <a:tr h="293789">
                <a:tc>
                  <a:txBody>
                    <a:bodyPr/>
                    <a:lstStyle/>
                    <a:p>
                      <a:pPr algn="ctr">
                        <a:lnSpc>
                          <a:spcPct val="100000"/>
                        </a:lnSpc>
                        <a:spcAft>
                          <a:spcPts val="0"/>
                        </a:spcAft>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CA"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75000"/>
                      </a:schemeClr>
                    </a:solidFill>
                  </a:tcPr>
                </a:tc>
                <a:tc>
                  <a:txBody>
                    <a:bodyPr/>
                    <a:lstStyle/>
                    <a:p>
                      <a:pPr lvl="1"/>
                      <a:r>
                        <a:rPr lang="en-US" sz="1800" b="1" kern="1200" dirty="0">
                          <a:solidFill>
                            <a:schemeClr val="lt1"/>
                          </a:solidFill>
                          <a:effectLst/>
                          <a:latin typeface="Times New Roman" panose="02020603050405020304" pitchFamily="18" charset="0"/>
                          <a:ea typeface="+mn-ea"/>
                          <a:cs typeface="Times New Roman" panose="02020603050405020304" pitchFamily="18" charset="0"/>
                        </a:rPr>
                        <a:t>Usability</a:t>
                      </a:r>
                      <a:r>
                        <a:rPr lang="en-US" sz="1800" b="1" kern="1200" dirty="0">
                          <a:solidFill>
                            <a:schemeClr val="dk1"/>
                          </a:solidFill>
                          <a:effectLst/>
                          <a:latin typeface="Times New Roman" panose="02020603050405020304" pitchFamily="18" charset="0"/>
                          <a:ea typeface="+mn-ea"/>
                          <a:cs typeface="Times New Roman" panose="02020603050405020304" pitchFamily="18" charset="0"/>
                        </a:rPr>
                        <a:t> </a:t>
                      </a:r>
                    </a:p>
                  </a:txBody>
                  <a:tcPr marL="68580" marR="68580" marT="0" marB="0">
                    <a:solidFill>
                      <a:schemeClr val="accent1">
                        <a:lumMod val="75000"/>
                      </a:schemeClr>
                    </a:solidFill>
                  </a:tcPr>
                </a:tc>
                <a:extLst>
                  <a:ext uri="{0D108BD9-81ED-4DB2-BD59-A6C34878D82A}">
                    <a16:rowId xmlns:a16="http://schemas.microsoft.com/office/drawing/2014/main" val="4195653617"/>
                  </a:ext>
                </a:extLst>
              </a:tr>
              <a:tr h="457313">
                <a:tc>
                  <a:txBody>
                    <a:bodyPr/>
                    <a:lstStyle/>
                    <a:p>
                      <a:pPr algn="ctr">
                        <a:lnSpc>
                          <a:spcPct val="100000"/>
                        </a:lnSpc>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NFR-3</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0"/>
                        </a:spcAft>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A new user shall be able to generate their first episode plan within 10 minutes of registration without assistance. The interface shall comply with WCAG 2.1 Level AA accessibility standards. The mobile app UI shall support one-handed use for core features. User satisfaction rating shall target a minimum of 4.0/5.0 in usability surveys.</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85869563"/>
                  </a:ext>
                </a:extLst>
              </a:tr>
              <a:tr h="457313">
                <a:tc>
                  <a:txBody>
                    <a:bodyPr/>
                    <a:lstStyle/>
                    <a:p>
                      <a:pPr algn="ctr">
                        <a:lnSpc>
                          <a:spcPct val="100000"/>
                        </a:lnSpc>
                        <a:spcAft>
                          <a:spcPts val="0"/>
                        </a:spcAft>
                      </a:pPr>
                      <a:r>
                        <a:rPr lang="en-US" sz="1800" dirty="0">
                          <a:solidFill>
                            <a:schemeClr val="bg1">
                              <a:lumMod val="9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CA" sz="1800" dirty="0">
                        <a:solidFill>
                          <a:schemeClr val="bg1">
                            <a:lumMod val="9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75000"/>
                      </a:schemeClr>
                    </a:solidFill>
                  </a:tcPr>
                </a:tc>
                <a:tc>
                  <a:txBody>
                    <a:bodyPr/>
                    <a:lstStyle/>
                    <a:p>
                      <a:pPr lvl="1"/>
                      <a:r>
                        <a:rPr lang="en-US" sz="1800" b="1" kern="1200" dirty="0">
                          <a:solidFill>
                            <a:schemeClr val="bg1">
                              <a:lumMod val="95000"/>
                            </a:schemeClr>
                          </a:solidFill>
                          <a:effectLst/>
                          <a:latin typeface="Times New Roman" panose="02020603050405020304" pitchFamily="18" charset="0"/>
                          <a:ea typeface="+mn-ea"/>
                          <a:cs typeface="Times New Roman" panose="02020603050405020304" pitchFamily="18" charset="0"/>
                        </a:rPr>
                        <a:t>Supportability</a:t>
                      </a:r>
                    </a:p>
                  </a:txBody>
                  <a:tcPr marL="68580" marR="68580" marT="0" marB="0">
                    <a:solidFill>
                      <a:schemeClr val="accent1">
                        <a:lumMod val="75000"/>
                      </a:schemeClr>
                    </a:solidFill>
                  </a:tcPr>
                </a:tc>
                <a:extLst>
                  <a:ext uri="{0D108BD9-81ED-4DB2-BD59-A6C34878D82A}">
                    <a16:rowId xmlns:a16="http://schemas.microsoft.com/office/drawing/2014/main" val="3388860434"/>
                  </a:ext>
                </a:extLst>
              </a:tr>
              <a:tr h="457313">
                <a:tc>
                  <a:txBody>
                    <a:bodyPr/>
                    <a:lstStyle/>
                    <a:p>
                      <a:pPr algn="ctr">
                        <a:lnSpc>
                          <a:spcPct val="100000"/>
                        </a:lnSpc>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NFR-4</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0"/>
                        </a:spcAft>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All backend code shall follow PEP 8 (Python) and Airbnb (JavaScript/TypeScript) coding standards. The system shall include comprehensive API documentation using Swagger/OpenAPI. Module-level unit tests shall achieve a minimum of 80% code coverage. Log levels (INFO, WARN, ERROR) shall be consistently applied to support debugging and monitoring.</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22060403"/>
                  </a:ext>
                </a:extLst>
              </a:tr>
              <a:tr h="457313">
                <a:tc>
                  <a:txBody>
                    <a:bodyPr/>
                    <a:lstStyle/>
                    <a:p>
                      <a:pPr algn="ctr">
                        <a:lnSpc>
                          <a:spcPct val="100000"/>
                        </a:lnSpc>
                        <a:spcAft>
                          <a:spcPts val="0"/>
                        </a:spcAft>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CA"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75000"/>
                      </a:schemeClr>
                    </a:solidFill>
                  </a:tcPr>
                </a:tc>
                <a:tc>
                  <a:txBody>
                    <a:bodyPr/>
                    <a:lstStyle/>
                    <a:p>
                      <a:pPr lvl="1"/>
                      <a:r>
                        <a:rPr lang="en-US" sz="1800" b="1" kern="1200" dirty="0">
                          <a:solidFill>
                            <a:schemeClr val="lt1"/>
                          </a:solidFill>
                          <a:effectLst/>
                          <a:latin typeface="Times New Roman" panose="02020603050405020304" pitchFamily="18" charset="0"/>
                          <a:ea typeface="+mn-ea"/>
                          <a:cs typeface="Times New Roman" panose="02020603050405020304" pitchFamily="18" charset="0"/>
                        </a:rPr>
                        <a:t>Design Constraints</a:t>
                      </a:r>
                    </a:p>
                  </a:txBody>
                  <a:tcPr marL="68580" marR="68580" marT="0" marB="0">
                    <a:solidFill>
                      <a:schemeClr val="accent1">
                        <a:lumMod val="75000"/>
                      </a:schemeClr>
                    </a:solidFill>
                  </a:tcPr>
                </a:tc>
                <a:extLst>
                  <a:ext uri="{0D108BD9-81ED-4DB2-BD59-A6C34878D82A}">
                    <a16:rowId xmlns:a16="http://schemas.microsoft.com/office/drawing/2014/main" val="2372703820"/>
                  </a:ext>
                </a:extLst>
              </a:tr>
              <a:tr h="572209">
                <a:tc>
                  <a:txBody>
                    <a:bodyPr/>
                    <a:lstStyle/>
                    <a:p>
                      <a:pPr algn="ctr">
                        <a:lnSpc>
                          <a:spcPct val="100000"/>
                        </a:lnSpc>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NFR-5</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0"/>
                        </a:spcAft>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The system must be built using React JS (web) and React Native (mobile) as mandated by the project scope. All AI agent functionality must utilize the OpenAI API. The backend must follow RESTful API design principles. The system must be deployable on cloud infrastructure (AWS or equivalent) and use PostgreSQL as the primary relational database.</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07985108"/>
                  </a:ext>
                </a:extLst>
              </a:tr>
              <a:tr h="457313">
                <a:tc>
                  <a:txBody>
                    <a:bodyPr/>
                    <a:lstStyle/>
                    <a:p>
                      <a:pPr algn="ctr">
                        <a:lnSpc>
                          <a:spcPct val="100000"/>
                        </a:lnSpc>
                        <a:spcAft>
                          <a:spcPts val="0"/>
                        </a:spcAft>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CA"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75000"/>
                      </a:schemeClr>
                    </a:solidFill>
                  </a:tcPr>
                </a:tc>
                <a:tc>
                  <a:txBody>
                    <a:bodyPr/>
                    <a:lstStyle/>
                    <a:p>
                      <a:pPr lvl="1"/>
                      <a:r>
                        <a:rPr lang="en-US" sz="1800" b="1" kern="1200" dirty="0">
                          <a:solidFill>
                            <a:schemeClr val="bg1"/>
                          </a:solidFill>
                          <a:effectLst/>
                          <a:latin typeface="Times New Roman" panose="02020603050405020304" pitchFamily="18" charset="0"/>
                          <a:ea typeface="+mn-ea"/>
                          <a:cs typeface="Times New Roman" panose="02020603050405020304" pitchFamily="18" charset="0"/>
                        </a:rPr>
                        <a:t>Security </a:t>
                      </a:r>
                    </a:p>
                  </a:txBody>
                  <a:tcPr marL="68580" marR="68580" marT="0" marB="0">
                    <a:solidFill>
                      <a:schemeClr val="accent1">
                        <a:lumMod val="75000"/>
                      </a:schemeClr>
                    </a:solidFill>
                  </a:tcPr>
                </a:tc>
                <a:extLst>
                  <a:ext uri="{0D108BD9-81ED-4DB2-BD59-A6C34878D82A}">
                    <a16:rowId xmlns:a16="http://schemas.microsoft.com/office/drawing/2014/main" val="3358473827"/>
                  </a:ext>
                </a:extLst>
              </a:tr>
              <a:tr h="457313">
                <a:tc>
                  <a:txBody>
                    <a:bodyPr/>
                    <a:lstStyle/>
                    <a:p>
                      <a:pPr algn="ctr">
                        <a:lnSpc>
                          <a:spcPct val="100000"/>
                        </a:lnSpc>
                        <a:spcAft>
                          <a:spcPts val="0"/>
                        </a:spcAft>
                      </a:pPr>
                      <a:r>
                        <a:rPr lang="en-CA" sz="1800" dirty="0">
                          <a:effectLst/>
                          <a:latin typeface="Times New Roman" panose="02020603050405020304" pitchFamily="18" charset="0"/>
                          <a:ea typeface="Times New Roman" panose="02020603050405020304" pitchFamily="18" charset="0"/>
                          <a:cs typeface="Times New Roman" panose="02020603050405020304" pitchFamily="18" charset="0"/>
                        </a:rPr>
                        <a:t>Nfr-6</a:t>
                      </a:r>
                    </a:p>
                  </a:txBody>
                  <a:tcPr marL="68580" marR="68580" marT="0" marB="0"/>
                </a:tc>
                <a:tc>
                  <a:txBody>
                    <a:bodyPr/>
                    <a:lstStyle/>
                    <a:p>
                      <a:pPr algn="just">
                        <a:lnSpc>
                          <a:spcPct val="100000"/>
                        </a:lnSpc>
                        <a:spcAft>
                          <a:spcPts val="0"/>
                        </a:spcAft>
                      </a:pPr>
                      <a:r>
                        <a:rPr lang="en-US" sz="1800" dirty="0"/>
                        <a:t>The system shall use secure authentication (JWT/OAuth 2.0) and encrypt data using HTTPS (TLS). Role-based access control (RBAC) shall restrict unauthorized access. The system shall protect against common vulnerabilities (SQL injection, XSS, CSRF) and store passwords using secure hashing.</a:t>
                      </a:r>
                      <a:endParaRPr lang="en-CA"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44681838"/>
                  </a:ext>
                </a:extLst>
              </a:tr>
            </a:tbl>
          </a:graphicData>
        </a:graphic>
      </p:graphicFrame>
    </p:spTree>
    <p:extLst>
      <p:ext uri="{BB962C8B-B14F-4D97-AF65-F5344CB8AC3E}">
        <p14:creationId xmlns:p14="http://schemas.microsoft.com/office/powerpoint/2010/main" val="1422279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User Interfaces</a:t>
            </a:r>
          </a:p>
        </p:txBody>
      </p:sp>
      <p:sp>
        <p:nvSpPr>
          <p:cNvPr id="3" name="Content Placeholder 2"/>
          <p:cNvSpPr txBox="1">
            <a:spLocks/>
          </p:cNvSpPr>
          <p:nvPr/>
        </p:nvSpPr>
        <p:spPr>
          <a:xfrm>
            <a:off x="355600" y="2129081"/>
            <a:ext cx="15544800" cy="6669051"/>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l">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3937000" y="3598694"/>
            <a:ext cx="8229600" cy="4935705"/>
          </a:xfrm>
          <a:prstGeom prst="rect">
            <a:avLst/>
          </a:prstGeom>
          <a:noFill/>
          <a:ln>
            <a:noFill/>
          </a:ln>
        </p:spPr>
      </p:pic>
      <p:sp>
        <p:nvSpPr>
          <p:cNvPr id="4" name="Rectangle 3"/>
          <p:cNvSpPr/>
          <p:nvPr/>
        </p:nvSpPr>
        <p:spPr>
          <a:xfrm>
            <a:off x="4851400" y="2625026"/>
            <a:ext cx="6353599" cy="584775"/>
          </a:xfrm>
          <a:prstGeom prst="rect">
            <a:avLst/>
          </a:prstGeom>
        </p:spPr>
        <p:txBody>
          <a:bodyPr wrap="none">
            <a:spAutoFit/>
          </a:bodyPr>
          <a:lstStyle/>
          <a:p>
            <a:pPr lvl="0"/>
            <a:r>
              <a:rPr lang="en-US" sz="3200" b="1" dirty="0">
                <a:latin typeface="Times New Roman" panose="02020603050405020304" pitchFamily="18" charset="0"/>
                <a:ea typeface="Geist Bold" pitchFamily="34" charset="-122"/>
                <a:cs typeface="Times New Roman" panose="02020603050405020304" pitchFamily="18" charset="0"/>
              </a:rPr>
              <a:t>Interface-01: Login/Sign-up Screen</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4615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u="sng" dirty="0">
                <a:latin typeface="Times New Roman" panose="02020603050405020304" pitchFamily="18" charset="0"/>
                <a:cs typeface="Times New Roman" panose="02020603050405020304" pitchFamily="18" charset="0"/>
              </a:rPr>
              <a:t>User Interfaces</a:t>
            </a:r>
            <a:endParaRPr lang="en-US" sz="44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Interface-02: User Dashboard</a:t>
            </a:r>
          </a:p>
        </p:txBody>
      </p:sp>
      <p:sp>
        <p:nvSpPr>
          <p:cNvPr id="4" name="Slide Number Placeholder 3"/>
          <p:cNvSpPr>
            <a:spLocks noGrp="1"/>
          </p:cNvSpPr>
          <p:nvPr>
            <p:ph type="sldNum" sz="quarter" idx="12"/>
          </p:nvPr>
        </p:nvSpPr>
        <p:spPr/>
        <p:txBody>
          <a:bodyPr/>
          <a:lstStyle/>
          <a:p>
            <a:fld id="{A8EF9831-35B4-4843-9AA9-F06FC1EDDB89}" type="slidenum">
              <a:rPr lang="en-US" smtClean="0"/>
              <a:pPr/>
              <a:t>20</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3708400" y="2971800"/>
            <a:ext cx="8763000" cy="5196420"/>
          </a:xfrm>
          <a:prstGeom prst="rect">
            <a:avLst/>
          </a:prstGeom>
          <a:noFill/>
          <a:ln>
            <a:noFill/>
          </a:ln>
        </p:spPr>
      </p:pic>
    </p:spTree>
    <p:extLst>
      <p:ext uri="{BB962C8B-B14F-4D97-AF65-F5344CB8AC3E}">
        <p14:creationId xmlns:p14="http://schemas.microsoft.com/office/powerpoint/2010/main" val="3588082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u="sng" dirty="0">
                <a:latin typeface="Times New Roman" panose="02020603050405020304" pitchFamily="18" charset="0"/>
                <a:cs typeface="Times New Roman" panose="02020603050405020304" pitchFamily="18" charset="0"/>
              </a:rPr>
              <a:t>User Interfaces</a:t>
            </a:r>
            <a:endParaRPr lang="en-US" sz="44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Interface-03: Topic Research Agent</a:t>
            </a:r>
          </a:p>
          <a:p>
            <a:pPr marL="0" indent="0" algn="ctr">
              <a:buNone/>
            </a:pPr>
            <a:endParaRPr lang="en-US" dirty="0"/>
          </a:p>
        </p:txBody>
      </p:sp>
      <p:sp>
        <p:nvSpPr>
          <p:cNvPr id="4" name="Slide Number Placeholder 3"/>
          <p:cNvSpPr>
            <a:spLocks noGrp="1"/>
          </p:cNvSpPr>
          <p:nvPr>
            <p:ph type="sldNum" sz="quarter" idx="12"/>
          </p:nvPr>
        </p:nvSpPr>
        <p:spPr/>
        <p:txBody>
          <a:bodyPr/>
          <a:lstStyle/>
          <a:p>
            <a:fld id="{A8EF9831-35B4-4843-9AA9-F06FC1EDDB89}" type="slidenum">
              <a:rPr lang="en-US" smtClean="0"/>
              <a:pPr/>
              <a:t>21</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4851400" y="3040380"/>
            <a:ext cx="6858000" cy="5127840"/>
          </a:xfrm>
          <a:prstGeom prst="rect">
            <a:avLst/>
          </a:prstGeom>
          <a:noFill/>
          <a:ln>
            <a:noFill/>
          </a:ln>
        </p:spPr>
      </p:pic>
    </p:spTree>
    <p:extLst>
      <p:ext uri="{BB962C8B-B14F-4D97-AF65-F5344CB8AC3E}">
        <p14:creationId xmlns:p14="http://schemas.microsoft.com/office/powerpoint/2010/main" val="415515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u="sng" dirty="0">
                <a:latin typeface="Times New Roman" panose="02020603050405020304" pitchFamily="18" charset="0"/>
                <a:cs typeface="Times New Roman" panose="02020603050405020304" pitchFamily="18" charset="0"/>
              </a:rPr>
              <a:t>User Interfaces</a:t>
            </a:r>
            <a:endParaRPr lang="en-US" sz="44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Interface-04 Question and Timestamp Generator</a:t>
            </a:r>
          </a:p>
        </p:txBody>
      </p:sp>
      <p:sp>
        <p:nvSpPr>
          <p:cNvPr id="4" name="Slide Number Placeholder 3"/>
          <p:cNvSpPr>
            <a:spLocks noGrp="1"/>
          </p:cNvSpPr>
          <p:nvPr>
            <p:ph type="sldNum" sz="quarter" idx="12"/>
          </p:nvPr>
        </p:nvSpPr>
        <p:spPr/>
        <p:txBody>
          <a:bodyPr/>
          <a:lstStyle/>
          <a:p>
            <a:fld id="{A8EF9831-35B4-4843-9AA9-F06FC1EDDB89}" type="slidenum">
              <a:rPr lang="en-US" smtClean="0"/>
              <a:pPr/>
              <a:t>22</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4165600" y="3124200"/>
            <a:ext cx="7924800" cy="4727577"/>
          </a:xfrm>
          <a:prstGeom prst="rect">
            <a:avLst/>
          </a:prstGeom>
          <a:noFill/>
          <a:ln>
            <a:noFill/>
          </a:ln>
        </p:spPr>
      </p:pic>
    </p:spTree>
    <p:extLst>
      <p:ext uri="{BB962C8B-B14F-4D97-AF65-F5344CB8AC3E}">
        <p14:creationId xmlns:p14="http://schemas.microsoft.com/office/powerpoint/2010/main" val="961573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u="sng" dirty="0">
                <a:latin typeface="Times New Roman" panose="02020603050405020304" pitchFamily="18" charset="0"/>
                <a:cs typeface="Times New Roman" panose="02020603050405020304" pitchFamily="18" charset="0"/>
              </a:rPr>
              <a:t>User Interfaces</a:t>
            </a:r>
            <a:endParaRPr lang="en-US" sz="44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Interface-05: Episode Outline Planner</a:t>
            </a:r>
          </a:p>
          <a:p>
            <a:pPr marL="0" indent="0" algn="ctr">
              <a:buNone/>
            </a:pP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EF9831-35B4-4843-9AA9-F06FC1EDDB89}" type="slidenum">
              <a:rPr lang="en-US" smtClean="0"/>
              <a:pPr/>
              <a:t>23</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4470400" y="2971800"/>
            <a:ext cx="7772400" cy="5105400"/>
          </a:xfrm>
          <a:prstGeom prst="rect">
            <a:avLst/>
          </a:prstGeom>
          <a:noFill/>
          <a:ln>
            <a:noFill/>
          </a:ln>
        </p:spPr>
      </p:pic>
    </p:spTree>
    <p:extLst>
      <p:ext uri="{BB962C8B-B14F-4D97-AF65-F5344CB8AC3E}">
        <p14:creationId xmlns:p14="http://schemas.microsoft.com/office/powerpoint/2010/main" val="90643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u="sng" dirty="0">
                <a:latin typeface="Times New Roman" panose="02020603050405020304" pitchFamily="18" charset="0"/>
                <a:cs typeface="Times New Roman" panose="02020603050405020304" pitchFamily="18" charset="0"/>
              </a:rPr>
              <a:t>User Interfaces</a:t>
            </a:r>
            <a:endParaRPr lang="en-US" sz="45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Interface-06: User Authentication Screen (Mobile)</a:t>
            </a:r>
          </a:p>
        </p:txBody>
      </p:sp>
      <p:sp>
        <p:nvSpPr>
          <p:cNvPr id="4" name="Slide Number Placeholder 3"/>
          <p:cNvSpPr>
            <a:spLocks noGrp="1"/>
          </p:cNvSpPr>
          <p:nvPr>
            <p:ph type="sldNum" sz="quarter" idx="12"/>
          </p:nvPr>
        </p:nvSpPr>
        <p:spPr/>
        <p:txBody>
          <a:bodyPr/>
          <a:lstStyle/>
          <a:p>
            <a:fld id="{A8EF9831-35B4-4843-9AA9-F06FC1EDDB89}" type="slidenum">
              <a:rPr lang="en-US" smtClean="0"/>
              <a:pPr/>
              <a:t>24</a:t>
            </a:fld>
            <a:endParaRPr lang="en-US" dirty="0"/>
          </a:p>
        </p:txBody>
      </p:sp>
      <p:pic>
        <p:nvPicPr>
          <p:cNvPr id="5" name="Picture 4"/>
          <p:cNvPicPr/>
          <p:nvPr/>
        </p:nvPicPr>
        <p:blipFill>
          <a:blip r:embed="rId2"/>
          <a:srcRect/>
          <a:stretch>
            <a:fillRect/>
          </a:stretch>
        </p:blipFill>
        <p:spPr bwMode="auto">
          <a:xfrm>
            <a:off x="6205008" y="3048000"/>
            <a:ext cx="2762250" cy="5120220"/>
          </a:xfrm>
          <a:prstGeom prst="rect">
            <a:avLst/>
          </a:prstGeom>
        </p:spPr>
      </p:pic>
    </p:spTree>
    <p:extLst>
      <p:ext uri="{BB962C8B-B14F-4D97-AF65-F5344CB8AC3E}">
        <p14:creationId xmlns:p14="http://schemas.microsoft.com/office/powerpoint/2010/main" val="25498960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u="sng" dirty="0">
                <a:latin typeface="Times New Roman" panose="02020603050405020304" pitchFamily="18" charset="0"/>
                <a:cs typeface="Times New Roman" panose="02020603050405020304" pitchFamily="18" charset="0"/>
              </a:rPr>
              <a:t>User Interfaces</a:t>
            </a:r>
            <a:endParaRPr lang="en-US" sz="45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Interface-07: User Dashboard (Mobile)</a:t>
            </a:r>
          </a:p>
          <a:p>
            <a:pPr marL="0" indent="0" algn="ctr">
              <a:buNone/>
            </a:pP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EF9831-35B4-4843-9AA9-F06FC1EDDB89}" type="slidenum">
              <a:rPr lang="en-US" smtClean="0"/>
              <a:pPr/>
              <a:t>25</a:t>
            </a:fld>
            <a:endParaRPr lang="en-US" dirty="0"/>
          </a:p>
        </p:txBody>
      </p:sp>
      <p:pic>
        <p:nvPicPr>
          <p:cNvPr id="5" name="Picture 4"/>
          <p:cNvPicPr/>
          <p:nvPr/>
        </p:nvPicPr>
        <p:blipFill>
          <a:blip r:embed="rId2"/>
          <a:srcRect/>
          <a:stretch>
            <a:fillRect/>
          </a:stretch>
        </p:blipFill>
        <p:spPr bwMode="auto">
          <a:xfrm>
            <a:off x="6527800" y="2971800"/>
            <a:ext cx="3124200" cy="5439838"/>
          </a:xfrm>
          <a:prstGeom prst="rect">
            <a:avLst/>
          </a:prstGeom>
        </p:spPr>
      </p:pic>
    </p:spTree>
    <p:extLst>
      <p:ext uri="{BB962C8B-B14F-4D97-AF65-F5344CB8AC3E}">
        <p14:creationId xmlns:p14="http://schemas.microsoft.com/office/powerpoint/2010/main" val="3025361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u="sng" dirty="0">
                <a:latin typeface="Times New Roman" panose="02020603050405020304" pitchFamily="18" charset="0"/>
                <a:cs typeface="Times New Roman" panose="02020603050405020304" pitchFamily="18" charset="0"/>
              </a:rPr>
              <a:t>User Interfaces</a:t>
            </a:r>
            <a:endParaRPr lang="en-US" sz="45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Interface-08: Topic Research (Mobile)</a:t>
            </a:r>
          </a:p>
          <a:p>
            <a:pPr marL="0" indent="0" algn="ctr">
              <a:buNone/>
            </a:pPr>
            <a:r>
              <a:rPr lang="en-US" dirty="0"/>
              <a:t> </a:t>
            </a:r>
          </a:p>
        </p:txBody>
      </p:sp>
      <p:sp>
        <p:nvSpPr>
          <p:cNvPr id="4" name="Slide Number Placeholder 3"/>
          <p:cNvSpPr>
            <a:spLocks noGrp="1"/>
          </p:cNvSpPr>
          <p:nvPr>
            <p:ph type="sldNum" sz="quarter" idx="12"/>
          </p:nvPr>
        </p:nvSpPr>
        <p:spPr/>
        <p:txBody>
          <a:bodyPr/>
          <a:lstStyle/>
          <a:p>
            <a:fld id="{A8EF9831-35B4-4843-9AA9-F06FC1EDDB89}" type="slidenum">
              <a:rPr lang="en-US" smtClean="0"/>
              <a:pPr/>
              <a:t>26</a:t>
            </a:fld>
            <a:endParaRPr lang="en-US" dirty="0"/>
          </a:p>
        </p:txBody>
      </p:sp>
      <p:pic>
        <p:nvPicPr>
          <p:cNvPr id="6" name="Picture 5"/>
          <p:cNvPicPr/>
          <p:nvPr/>
        </p:nvPicPr>
        <p:blipFill>
          <a:blip r:embed="rId2"/>
          <a:srcRect/>
          <a:stretch>
            <a:fillRect/>
          </a:stretch>
        </p:blipFill>
        <p:spPr bwMode="auto">
          <a:xfrm>
            <a:off x="6299200" y="2819400"/>
            <a:ext cx="3505200" cy="5715002"/>
          </a:xfrm>
          <a:prstGeom prst="rect">
            <a:avLst/>
          </a:prstGeom>
        </p:spPr>
      </p:pic>
    </p:spTree>
    <p:extLst>
      <p:ext uri="{BB962C8B-B14F-4D97-AF65-F5344CB8AC3E}">
        <p14:creationId xmlns:p14="http://schemas.microsoft.com/office/powerpoint/2010/main" val="21436129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u="sng" dirty="0">
                <a:latin typeface="Times New Roman" panose="02020603050405020304" pitchFamily="18" charset="0"/>
                <a:cs typeface="Times New Roman" panose="02020603050405020304" pitchFamily="18" charset="0"/>
              </a:rPr>
              <a:t>User Interfaces</a:t>
            </a:r>
            <a:endParaRPr lang="en-US" sz="45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Interface-09: Questions and Timestamp Generator (Mobile)</a:t>
            </a:r>
          </a:p>
          <a:p>
            <a:pPr marL="0" indent="0" algn="ctr">
              <a:buNone/>
            </a:pP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EF9831-35B4-4843-9AA9-F06FC1EDDB89}" type="slidenum">
              <a:rPr lang="en-US" smtClean="0"/>
              <a:pPr/>
              <a:t>27</a:t>
            </a:fld>
            <a:endParaRPr lang="en-US" dirty="0"/>
          </a:p>
        </p:txBody>
      </p:sp>
      <p:pic>
        <p:nvPicPr>
          <p:cNvPr id="5" name="Picture 4"/>
          <p:cNvPicPr/>
          <p:nvPr/>
        </p:nvPicPr>
        <p:blipFill>
          <a:blip r:embed="rId2"/>
          <a:srcRect/>
          <a:stretch>
            <a:fillRect/>
          </a:stretch>
        </p:blipFill>
        <p:spPr bwMode="auto">
          <a:xfrm>
            <a:off x="6146800" y="2829296"/>
            <a:ext cx="3429000" cy="5363638"/>
          </a:xfrm>
          <a:prstGeom prst="rect">
            <a:avLst/>
          </a:prstGeom>
        </p:spPr>
      </p:pic>
    </p:spTree>
    <p:extLst>
      <p:ext uri="{BB962C8B-B14F-4D97-AF65-F5344CB8AC3E}">
        <p14:creationId xmlns:p14="http://schemas.microsoft.com/office/powerpoint/2010/main" val="22833959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u="sng" dirty="0">
                <a:latin typeface="Times New Roman" panose="02020603050405020304" pitchFamily="18" charset="0"/>
                <a:cs typeface="Times New Roman" panose="02020603050405020304" pitchFamily="18" charset="0"/>
              </a:rPr>
              <a:t>User Interfaces</a:t>
            </a:r>
            <a:endParaRPr lang="en-US" sz="4500"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Interface-10: Hook and Intro Suggestion (Mobile)</a:t>
            </a:r>
          </a:p>
          <a:p>
            <a:pPr marL="0" indent="0" algn="ctr">
              <a:buNone/>
            </a:pP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8EF9831-35B4-4843-9AA9-F06FC1EDDB89}" type="slidenum">
              <a:rPr lang="en-US" smtClean="0"/>
              <a:pPr/>
              <a:t>28</a:t>
            </a:fld>
            <a:endParaRPr lang="en-US" dirty="0"/>
          </a:p>
        </p:txBody>
      </p:sp>
      <p:pic>
        <p:nvPicPr>
          <p:cNvPr id="5" name="Picture 4"/>
          <p:cNvPicPr/>
          <p:nvPr/>
        </p:nvPicPr>
        <p:blipFill>
          <a:blip r:embed="rId2"/>
          <a:srcRect/>
          <a:stretch>
            <a:fillRect/>
          </a:stretch>
        </p:blipFill>
        <p:spPr bwMode="auto">
          <a:xfrm>
            <a:off x="5994400" y="2895600"/>
            <a:ext cx="3886200" cy="5638802"/>
          </a:xfrm>
          <a:prstGeom prst="rect">
            <a:avLst/>
          </a:prstGeom>
        </p:spPr>
      </p:pic>
    </p:spTree>
    <p:extLst>
      <p:ext uri="{BB962C8B-B14F-4D97-AF65-F5344CB8AC3E}">
        <p14:creationId xmlns:p14="http://schemas.microsoft.com/office/powerpoint/2010/main" val="30362956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u="sng">
                <a:latin typeface="Times New Roman" panose="02020603050405020304" pitchFamily="18" charset="0"/>
                <a:cs typeface="Times New Roman" panose="02020603050405020304" pitchFamily="18" charset="0"/>
              </a:rPr>
              <a:t>User </a:t>
            </a:r>
            <a:r>
              <a:rPr lang="en-US" sz="4500" b="1" u="sng" dirty="0">
                <a:latin typeface="Times New Roman" panose="02020603050405020304" pitchFamily="18" charset="0"/>
                <a:cs typeface="Times New Roman" panose="02020603050405020304" pitchFamily="18" charset="0"/>
              </a:rPr>
              <a:t>Interfaces</a:t>
            </a:r>
            <a:endParaRPr lang="en-US" sz="4500" b="1" dirty="0"/>
          </a:p>
        </p:txBody>
      </p:sp>
      <p:sp>
        <p:nvSpPr>
          <p:cNvPr id="3" name="Content Placeholder 2"/>
          <p:cNvSpPr>
            <a:spLocks noGrp="1"/>
          </p:cNvSpPr>
          <p:nvPr>
            <p:ph idx="1"/>
          </p:nvPr>
        </p:nvSpPr>
        <p:spPr/>
        <p:txBody>
          <a:bodyPr/>
          <a:lstStyle/>
          <a:p>
            <a:pPr marL="0" indent="0" algn="ctr">
              <a:buNone/>
            </a:pPr>
            <a:r>
              <a:rPr lang="en-US" sz="3200" b="1" dirty="0">
                <a:latin typeface="Times New Roman" panose="02020603050405020304" pitchFamily="18" charset="0"/>
                <a:cs typeface="Times New Roman" panose="02020603050405020304" pitchFamily="18" charset="0"/>
              </a:rPr>
              <a:t>Interface-11: Episode Outline Planner (Mobile)</a:t>
            </a:r>
          </a:p>
        </p:txBody>
      </p:sp>
      <p:sp>
        <p:nvSpPr>
          <p:cNvPr id="4" name="Slide Number Placeholder 3"/>
          <p:cNvSpPr>
            <a:spLocks noGrp="1"/>
          </p:cNvSpPr>
          <p:nvPr>
            <p:ph type="sldNum" sz="quarter" idx="12"/>
          </p:nvPr>
        </p:nvSpPr>
        <p:spPr/>
        <p:txBody>
          <a:bodyPr/>
          <a:lstStyle/>
          <a:p>
            <a:fld id="{A8EF9831-35B4-4843-9AA9-F06FC1EDDB89}" type="slidenum">
              <a:rPr lang="en-US" smtClean="0"/>
              <a:pPr/>
              <a:t>29</a:t>
            </a:fld>
            <a:endParaRPr lang="en-US" dirty="0"/>
          </a:p>
        </p:txBody>
      </p:sp>
      <p:pic>
        <p:nvPicPr>
          <p:cNvPr id="5" name="Picture 4"/>
          <p:cNvPicPr/>
          <p:nvPr/>
        </p:nvPicPr>
        <p:blipFill>
          <a:blip r:embed="rId2"/>
          <a:srcRect/>
          <a:stretch>
            <a:fillRect/>
          </a:stretch>
        </p:blipFill>
        <p:spPr bwMode="auto">
          <a:xfrm>
            <a:off x="5918200" y="2864910"/>
            <a:ext cx="4114800" cy="5303309"/>
          </a:xfrm>
          <a:prstGeom prst="rect">
            <a:avLst/>
          </a:prstGeom>
        </p:spPr>
      </p:pic>
    </p:spTree>
    <p:extLst>
      <p:ext uri="{BB962C8B-B14F-4D97-AF65-F5344CB8AC3E}">
        <p14:creationId xmlns:p14="http://schemas.microsoft.com/office/powerpoint/2010/main" val="799477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Gantt Chart</a:t>
            </a:r>
            <a:r>
              <a:rPr lang="en-US" b="1" dirty="0"/>
              <a:t/>
            </a:r>
            <a:br>
              <a:rPr lang="en-US" b="1" dirty="0"/>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355600" y="2129081"/>
            <a:ext cx="156972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l"/>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8BB6FEB-DABF-F01A-14FA-89003F91D7A6}"/>
              </a:ext>
            </a:extLst>
          </p:cNvPr>
          <p:cNvPicPr/>
          <p:nvPr/>
        </p:nvPicPr>
        <p:blipFill>
          <a:blip r:embed="rId2">
            <a:extLst>
              <a:ext uri="{28A0092B-C50C-407E-A947-70E740481C1C}">
                <a14:useLocalDpi xmlns:a14="http://schemas.microsoft.com/office/drawing/2010/main" val="0"/>
              </a:ext>
            </a:extLst>
          </a:blip>
          <a:stretch>
            <a:fillRect/>
          </a:stretch>
        </p:blipFill>
        <p:spPr>
          <a:xfrm>
            <a:off x="469900" y="2129081"/>
            <a:ext cx="15316200" cy="6710119"/>
          </a:xfrm>
          <a:prstGeom prst="rect">
            <a:avLst/>
          </a:prstGeom>
        </p:spPr>
      </p:pic>
    </p:spTree>
    <p:extLst>
      <p:ext uri="{BB962C8B-B14F-4D97-AF65-F5344CB8AC3E}">
        <p14:creationId xmlns:p14="http://schemas.microsoft.com/office/powerpoint/2010/main" val="498733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Conclusion</a:t>
            </a:r>
            <a:br>
              <a:rPr lang="en-US" sz="4500" b="1" u="sng" dirty="0">
                <a:latin typeface="Times New Roman" panose="02020603050405020304" pitchFamily="18" charset="0"/>
                <a:cs typeface="Times New Roman" panose="02020603050405020304" pitchFamily="18" charset="0"/>
              </a:rPr>
            </a:br>
            <a:r>
              <a:rPr lang="en-US" sz="4500" b="1" u="sng" dirty="0">
                <a:latin typeface="Times New Roman" panose="02020603050405020304" pitchFamily="18" charset="0"/>
                <a:cs typeface="Times New Roman" panose="02020603050405020304" pitchFamily="18" charset="0"/>
              </a:rPr>
              <a:t/>
            </a:r>
            <a:br>
              <a:rPr lang="en-US" sz="4500" b="1" u="sng" dirty="0">
                <a:latin typeface="Times New Roman" panose="02020603050405020304" pitchFamily="18" charset="0"/>
                <a:cs typeface="Times New Roman" panose="02020603050405020304" pitchFamily="18" charset="0"/>
              </a:rPr>
            </a:br>
            <a:r>
              <a:rPr lang="en-US" b="1" dirty="0"/>
              <a:t/>
            </a:r>
            <a:br>
              <a:rPr lang="en-US" b="1" dirty="0"/>
            </a:br>
            <a:r>
              <a:rPr lang="en-US" sz="7500" b="1" dirty="0"/>
              <a:t/>
            </a:r>
            <a:br>
              <a:rPr lang="en-US" sz="7500" b="1" dirty="0"/>
            </a:br>
            <a:endParaRPr lang="en-US" sz="3200" b="1" dirty="0"/>
          </a:p>
        </p:txBody>
      </p:sp>
      <p:sp>
        <p:nvSpPr>
          <p:cNvPr id="3" name="Content Placeholder 2"/>
          <p:cNvSpPr txBox="1">
            <a:spLocks/>
          </p:cNvSpPr>
          <p:nvPr/>
        </p:nvSpPr>
        <p:spPr>
          <a:xfrm>
            <a:off x="355600" y="2129081"/>
            <a:ext cx="156972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l" eaLnBrk="0" fontAlgn="base" hangingPunct="0">
              <a:spcBef>
                <a:spcPct val="0"/>
              </a:spcBef>
              <a:spcAft>
                <a:spcPct val="0"/>
              </a:spcAft>
              <a:buFont typeface="Arial" panose="020B0604020202020204" pitchFamily="34" charset="0"/>
              <a:buChar char="•"/>
            </a:pPr>
            <a:r>
              <a:rPr lang="en-US" altLang="en-US" dirty="0" err="1">
                <a:solidFill>
                  <a:schemeClr val="tx1"/>
                </a:solidFill>
                <a:latin typeface="Times New Roman" panose="02020603050405020304" pitchFamily="18" charset="0"/>
                <a:cs typeface="Times New Roman" panose="02020603050405020304" pitchFamily="18" charset="0"/>
              </a:rPr>
              <a:t>PodCraft</a:t>
            </a:r>
            <a:r>
              <a:rPr lang="en-US" altLang="en-US" dirty="0">
                <a:solidFill>
                  <a:schemeClr val="tx1"/>
                </a:solidFill>
                <a:latin typeface="Times New Roman" panose="02020603050405020304" pitchFamily="18" charset="0"/>
                <a:cs typeface="Times New Roman" panose="02020603050405020304" pitchFamily="18" charset="0"/>
              </a:rPr>
              <a:t> bridges the pre-production gap by automating the most time-consuming parts of podcasting.</a:t>
            </a:r>
          </a:p>
          <a:p>
            <a:pPr marL="457200" lvl="0" indent="-457200" algn="l" eaLnBrk="0" fontAlgn="base" hangingPunct="0">
              <a:spcBef>
                <a:spcPct val="0"/>
              </a:spcBef>
              <a:spcAft>
                <a:spcPct val="0"/>
              </a:spcAft>
              <a:buFont typeface="Arial" panose="020B0604020202020204" pitchFamily="34" charset="0"/>
              <a:buChar char="•"/>
            </a:pPr>
            <a:r>
              <a:rPr lang="en-US" altLang="en-US" dirty="0">
                <a:solidFill>
                  <a:schemeClr val="tx1"/>
                </a:solidFill>
                <a:latin typeface="Times New Roman" panose="02020603050405020304" pitchFamily="18" charset="0"/>
                <a:cs typeface="Times New Roman" panose="02020603050405020304" pitchFamily="18" charset="0"/>
              </a:rPr>
              <a:t>By using collaborative AI agents, it ensures high-quality content structure and increased audience engagement.</a:t>
            </a:r>
          </a:p>
          <a:p>
            <a:pPr marL="457200" lvl="0" indent="-457200" algn="l" eaLnBrk="0" fontAlgn="base" hangingPunct="0">
              <a:spcBef>
                <a:spcPct val="0"/>
              </a:spcBef>
              <a:spcAft>
                <a:spcPct val="0"/>
              </a:spcAft>
              <a:buFont typeface="Arial" panose="020B0604020202020204" pitchFamily="34" charset="0"/>
              <a:buChar char="•"/>
            </a:pPr>
            <a:r>
              <a:rPr lang="en-US" altLang="en-US" dirty="0">
                <a:solidFill>
                  <a:schemeClr val="tx1"/>
                </a:solidFill>
                <a:latin typeface="Times New Roman" panose="02020603050405020304" pitchFamily="18" charset="0"/>
                <a:cs typeface="Times New Roman" panose="02020603050405020304" pitchFamily="18" charset="0"/>
              </a:rPr>
              <a:t>It serves as a professional "Digital Producer" for both independent and professional creators</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04258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r>
              <a:rPr lang="en-US" sz="4500" b="1" u="sng" dirty="0">
                <a:latin typeface="Times New Roman" panose="02020603050405020304" pitchFamily="18" charset="0"/>
                <a:cs typeface="Times New Roman" panose="02020603050405020304" pitchFamily="18" charset="0"/>
              </a:rPr>
              <a:t>References</a:t>
            </a:r>
          </a:p>
        </p:txBody>
      </p:sp>
      <p:sp>
        <p:nvSpPr>
          <p:cNvPr id="3" name="Content Placeholder 2"/>
          <p:cNvSpPr txBox="1">
            <a:spLocks/>
          </p:cNvSpPr>
          <p:nvPr/>
        </p:nvSpPr>
        <p:spPr>
          <a:xfrm>
            <a:off x="355600" y="2129081"/>
            <a:ext cx="156972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2400" dirty="0">
                <a:solidFill>
                  <a:schemeClr val="tx1"/>
                </a:solidFill>
                <a:latin typeface="Times New Roman" panose="02020603050405020304" pitchFamily="18" charset="0"/>
                <a:cs typeface="Times New Roman" panose="02020603050405020304" pitchFamily="18" charset="0"/>
              </a:rPr>
              <a:t>[1] Pressman, R. S., &amp; Maxim, B. R. (2019). Software Engineering: A Practitioner's Approach (9th ed.). McGraw-Hill Education.</a:t>
            </a:r>
          </a:p>
          <a:p>
            <a:pPr algn="just"/>
            <a:r>
              <a:rPr lang="en-US" sz="2400" dirty="0">
                <a:solidFill>
                  <a:schemeClr val="tx1"/>
                </a:solidFill>
                <a:latin typeface="Times New Roman" panose="02020603050405020304" pitchFamily="18" charset="0"/>
                <a:cs typeface="Times New Roman" panose="02020603050405020304" pitchFamily="18" charset="0"/>
              </a:rPr>
              <a:t>[2] Roy, S. B., &amp; Das, A. (2022). Artificial Intelligence in Content Generation: Challenges and Opportunities. Journal of AI Research, 45(3), 112-134.</a:t>
            </a:r>
          </a:p>
          <a:p>
            <a:pPr algn="just"/>
            <a:r>
              <a:rPr lang="en-US" sz="2400" dirty="0">
                <a:solidFill>
                  <a:schemeClr val="tx1"/>
                </a:solidFill>
                <a:latin typeface="Times New Roman" panose="02020603050405020304" pitchFamily="18" charset="0"/>
                <a:cs typeface="Times New Roman" panose="02020603050405020304" pitchFamily="18" charset="0"/>
              </a:rPr>
              <a:t>[3] Zhang, L., &amp; Lee, M. (2021). Applications of Natural Language Processing in Digital Media. IEEE Transactions on Multimedia, 23(8), 2987-3001.</a:t>
            </a:r>
          </a:p>
          <a:p>
            <a:pPr algn="just"/>
            <a:r>
              <a:rPr lang="en-US" sz="2400" dirty="0">
                <a:solidFill>
                  <a:schemeClr val="tx1"/>
                </a:solidFill>
                <a:latin typeface="Times New Roman" panose="02020603050405020304" pitchFamily="18" charset="0"/>
                <a:cs typeface="Times New Roman" panose="02020603050405020304" pitchFamily="18" charset="0"/>
              </a:rPr>
              <a:t>[4] Kim, J., &amp; Robinson, P. (2023). Automated Content Structuring Using Intelligent Agents. ACM Computing Surveys, 56(2), 1-28.</a:t>
            </a:r>
          </a:p>
          <a:p>
            <a:pPr algn="just"/>
            <a:r>
              <a:rPr lang="en-US" sz="2400" dirty="0">
                <a:solidFill>
                  <a:schemeClr val="tx1"/>
                </a:solidFill>
                <a:latin typeface="Times New Roman" panose="02020603050405020304" pitchFamily="18" charset="0"/>
                <a:cs typeface="Times New Roman" panose="02020603050405020304" pitchFamily="18" charset="0"/>
              </a:rPr>
              <a:t>[5] Williams, T. (2022). AI-Based Conversational Systems for Creative Industries. International Journal of Human-Computer Studies, 158, 102734.</a:t>
            </a:r>
          </a:p>
          <a:p>
            <a:pPr algn="just"/>
            <a:r>
              <a:rPr lang="en-US" sz="2400" dirty="0">
                <a:solidFill>
                  <a:schemeClr val="tx1"/>
                </a:solidFill>
                <a:latin typeface="Times New Roman" panose="02020603050405020304" pitchFamily="18" charset="0"/>
                <a:cs typeface="Times New Roman" panose="02020603050405020304" pitchFamily="18" charset="0"/>
              </a:rPr>
              <a:t>[6] OpenAI. (2024). GPT-4 Technical Report. Retrieved from https://openai.com/research/gpt-4</a:t>
            </a:r>
          </a:p>
          <a:p>
            <a:pPr algn="just"/>
            <a:r>
              <a:rPr lang="en-US" sz="2400" dirty="0">
                <a:solidFill>
                  <a:schemeClr val="tx1"/>
                </a:solidFill>
                <a:latin typeface="Times New Roman" panose="02020603050405020304" pitchFamily="18" charset="0"/>
                <a:cs typeface="Times New Roman" panose="02020603050405020304" pitchFamily="18" charset="0"/>
              </a:rPr>
              <a:t>[7] React Documentation. (2024). React JS Official Guide. Retrieved from https://react.dev</a:t>
            </a:r>
          </a:p>
          <a:p>
            <a:pPr algn="just"/>
            <a:r>
              <a:rPr lang="en-US" sz="2400" dirty="0">
                <a:solidFill>
                  <a:schemeClr val="tx1"/>
                </a:solidFill>
                <a:latin typeface="Times New Roman" panose="02020603050405020304" pitchFamily="18" charset="0"/>
                <a:cs typeface="Times New Roman" panose="02020603050405020304" pitchFamily="18" charset="0"/>
              </a:rPr>
              <a:t>[8] Meta Platforms. (2024). React Native Documentation. Retrieved from https://reactnative.dev</a:t>
            </a:r>
          </a:p>
        </p:txBody>
      </p:sp>
    </p:spTree>
    <p:extLst>
      <p:ext uri="{BB962C8B-B14F-4D97-AF65-F5344CB8AC3E}">
        <p14:creationId xmlns:p14="http://schemas.microsoft.com/office/powerpoint/2010/main" val="477718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7320" y="304800"/>
            <a:ext cx="12374880" cy="1143000"/>
          </a:xfrm>
        </p:spPr>
        <p:txBody>
          <a:bodyPr/>
          <a:lstStyle/>
          <a:p>
            <a:pPr lvl="0"/>
            <a:r>
              <a:rPr lang="en-US" sz="4500" b="1" u="sng" smtClean="0">
                <a:latin typeface="Times New Roman" panose="02020603050405020304" pitchFamily="18" charset="0"/>
                <a:cs typeface="Times New Roman" panose="02020603050405020304" pitchFamily="18" charset="0"/>
              </a:rPr>
              <a:t>Plagiarism </a:t>
            </a:r>
            <a:r>
              <a:rPr lang="en-US" sz="4500" b="1" u="sng" dirty="0">
                <a:latin typeface="Times New Roman" panose="02020603050405020304" pitchFamily="18" charset="0"/>
                <a:cs typeface="Times New Roman" panose="02020603050405020304" pitchFamily="18" charset="0"/>
              </a:rPr>
              <a:t>Report</a:t>
            </a:r>
          </a:p>
        </p:txBody>
      </p:sp>
      <p:sp>
        <p:nvSpPr>
          <p:cNvPr id="3" name="Content Placeholder 2"/>
          <p:cNvSpPr txBox="1">
            <a:spLocks/>
          </p:cNvSpPr>
          <p:nvPr/>
        </p:nvSpPr>
        <p:spPr>
          <a:xfrm>
            <a:off x="355600" y="2129081"/>
            <a:ext cx="15697200" cy="6100519"/>
          </a:xfrm>
          <a:prstGeom prst="rect">
            <a:avLst/>
          </a:prstGeom>
        </p:spPr>
        <p:txBody>
          <a:bodyPr lIns="104498" tIns="52249" rIns="104498" bIns="52249"/>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3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l="6393" t="3883" r="1712"/>
          <a:stretch/>
        </p:blipFill>
        <p:spPr>
          <a:xfrm>
            <a:off x="3175000" y="2209799"/>
            <a:ext cx="10058400" cy="6701081"/>
          </a:xfrm>
          <a:prstGeom prst="rect">
            <a:avLst/>
          </a:prstGeom>
        </p:spPr>
      </p:pic>
    </p:spTree>
    <p:extLst>
      <p:ext uri="{BB962C8B-B14F-4D97-AF65-F5344CB8AC3E}">
        <p14:creationId xmlns:p14="http://schemas.microsoft.com/office/powerpoint/2010/main" val="13426406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492586" y="381000"/>
            <a:ext cx="12374880" cy="1143000"/>
          </a:xfrm>
        </p:spPr>
        <p:txBody>
          <a:bodyPr/>
          <a:lstStyle/>
          <a:p>
            <a:pPr lvl="0"/>
            <a:r>
              <a:rPr lang="en-US" sz="4800" b="1" dirty="0"/>
              <a:t>Questions and Answers</a:t>
            </a:r>
            <a:endParaRPr lang="en-US" sz="4500" b="1" u="sng" dirty="0">
              <a:latin typeface="Times New Roman" panose="02020603050405020304" pitchFamily="18" charset="0"/>
              <a:cs typeface="Times New Roman" panose="02020603050405020304" pitchFamily="18" charset="0"/>
            </a:endParaRPr>
          </a:p>
        </p:txBody>
      </p:sp>
      <p:pic>
        <p:nvPicPr>
          <p:cNvPr id="6" name="Picture 5" descr="question-graphic.jpg">
            <a:extLst>
              <a:ext uri="{FF2B5EF4-FFF2-40B4-BE49-F238E27FC236}">
                <a16:creationId xmlns:a16="http://schemas.microsoft.com/office/drawing/2014/main" id="{A52A7DE4-6820-45A2-A691-D63DC6BCB2C7}"/>
              </a:ext>
            </a:extLst>
          </p:cNvPr>
          <p:cNvPicPr>
            <a:picLocks noChangeAspect="1"/>
          </p:cNvPicPr>
          <p:nvPr/>
        </p:nvPicPr>
        <p:blipFill>
          <a:blip r:embed="rId2"/>
          <a:stretch>
            <a:fillRect/>
          </a:stretch>
        </p:blipFill>
        <p:spPr>
          <a:xfrm>
            <a:off x="3211976" y="2438400"/>
            <a:ext cx="10820400" cy="5645383"/>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271661675"/>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20BE050020287419789D22E1956BAFB" ma:contentTypeVersion="4" ma:contentTypeDescription="Create a new document." ma:contentTypeScope="" ma:versionID="5beb6296ff2e5a1ec618f19451d74438">
  <xsd:schema xmlns:xsd="http://www.w3.org/2001/XMLSchema" xmlns:xs="http://www.w3.org/2001/XMLSchema" xmlns:p="http://schemas.microsoft.com/office/2006/metadata/properties" xmlns:ns2="e5b6da30-47e6-4406-8a86-2d6b0a9f2a71" targetNamespace="http://schemas.microsoft.com/office/2006/metadata/properties" ma:root="true" ma:fieldsID="87cb929ea12ee4259b9a128bbecda1d0" ns2:_="">
    <xsd:import namespace="e5b6da30-47e6-4406-8a86-2d6b0a9f2a71"/>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b6da30-47e6-4406-8a86-2d6b0a9f2a71"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ReferenceId xmlns="e5b6da30-47e6-4406-8a86-2d6b0a9f2a7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6AD1F7-F569-4284-A353-F378067682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b6da30-47e6-4406-8a86-2d6b0a9f2a7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79D8D9-7275-4411-95CB-133ACCAFCEBA}">
  <ds:schemaRefs>
    <ds:schemaRef ds:uri="http://schemas.microsoft.com/office/2006/metadata/properties"/>
    <ds:schemaRef ds:uri="http://schemas.microsoft.com/office/infopath/2007/PartnerControls"/>
    <ds:schemaRef ds:uri="e5b6da30-47e6-4406-8a86-2d6b0a9f2a71"/>
  </ds:schemaRefs>
</ds:datastoreItem>
</file>

<file path=customXml/itemProps3.xml><?xml version="1.0" encoding="utf-8"?>
<ds:datastoreItem xmlns:ds="http://schemas.openxmlformats.org/officeDocument/2006/customXml" ds:itemID="{529BC3DD-DEDF-4689-94BA-988B5DAF15B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188</TotalTime>
  <Words>2705</Words>
  <Application>Microsoft Office PowerPoint</Application>
  <PresentationFormat>Custom</PresentationFormat>
  <Paragraphs>424</Paragraphs>
  <Slides>34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Aptos</vt:lpstr>
      <vt:lpstr>Arial</vt:lpstr>
      <vt:lpstr>Calibri</vt:lpstr>
      <vt:lpstr>Geist</vt:lpstr>
      <vt:lpstr>Geist Bold</vt:lpstr>
      <vt:lpstr>Tahoma</vt:lpstr>
      <vt:lpstr>Times New Roman</vt:lpstr>
      <vt:lpstr>Wingdings</vt:lpstr>
      <vt:lpstr>2_Office Theme</vt:lpstr>
      <vt:lpstr>Department Of Computer Science  </vt:lpstr>
      <vt:lpstr>Software Requirement Specification  PodCraft: Agentic AI Podcast Episode Planning System </vt:lpstr>
      <vt:lpstr>Project Category  </vt:lpstr>
      <vt:lpstr>Research Based Project  </vt:lpstr>
      <vt:lpstr>Introduction  </vt:lpstr>
      <vt:lpstr>Tools and Technologies    </vt:lpstr>
      <vt:lpstr>Scope  </vt:lpstr>
      <vt:lpstr>Modules  </vt:lpstr>
      <vt:lpstr> Module 1: User Authentication &amp; Profile Management </vt:lpstr>
      <vt:lpstr>Module 2: User Intent &amp; Guest Analyzer </vt:lpstr>
      <vt:lpstr>Module 3: Topic Research Agent </vt:lpstr>
      <vt:lpstr>Module 4: Question &amp; Timestamp Generator </vt:lpstr>
      <vt:lpstr>Module 5: Hook &amp; Intro Suggestion Agent </vt:lpstr>
      <vt:lpstr>Module 6: Episode Outline Planner </vt:lpstr>
      <vt:lpstr>Requirement Elicitation Techniques </vt:lpstr>
      <vt:lpstr>Use Case Diagram  </vt:lpstr>
      <vt:lpstr>Context / Block Diagram </vt:lpstr>
      <vt:lpstr>Non-Functional Requirement  </vt:lpstr>
      <vt:lpstr>User Interfaces</vt:lpstr>
      <vt:lpstr>User Interfaces</vt:lpstr>
      <vt:lpstr>User Interfaces</vt:lpstr>
      <vt:lpstr>User Interfaces</vt:lpstr>
      <vt:lpstr>User Interfaces</vt:lpstr>
      <vt:lpstr>User Interfaces</vt:lpstr>
      <vt:lpstr>User Interfaces</vt:lpstr>
      <vt:lpstr>User Interfaces</vt:lpstr>
      <vt:lpstr>User Interfaces</vt:lpstr>
      <vt:lpstr>User Interfaces</vt:lpstr>
      <vt:lpstr>User Interfaces</vt:lpstr>
      <vt:lpstr>Gantt Chart       </vt:lpstr>
      <vt:lpstr>Conclusion    </vt:lpstr>
      <vt:lpstr>References</vt:lpstr>
      <vt:lpstr>Plagiarism Report</vt:lpstr>
      <vt:lpstr>Questions and 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TRA</dc:creator>
  <cp:lastModifiedBy>Moorche</cp:lastModifiedBy>
  <cp:revision>1037</cp:revision>
  <dcterms:created xsi:type="dcterms:W3CDTF">2006-08-16T00:00:00Z</dcterms:created>
  <dcterms:modified xsi:type="dcterms:W3CDTF">2026-04-04T15:34:12Z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0x010100F20BE050020287419789D22E1956BAFB</vt:lpwstr>
  </property>
</Properties>
</file>