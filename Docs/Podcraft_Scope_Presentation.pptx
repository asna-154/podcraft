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301" r:id="rId33"/>
    <p:sldId id="302" r:id="rId34"/>
    <p:sldId id="303" r:id="rId35"/>
    <p:sldId id="304" r:id="rId36"/>
    <p:sldId id="290" r:id="rId37"/>
    <p:sldId id="291" r:id="rId38"/>
    <p:sldId id="292" r:id="rId39"/>
    <p:sldId id="293" r:id="rId40"/>
    <p:sldId id="294" r:id="rId41"/>
    <p:sldId id="295" r:id="rId42"/>
    <p:sldId id="296" r:id="rId43"/>
    <p:sldId id="297" r:id="rId44"/>
    <p:sldId id="298" r:id="rId45"/>
    <p:sldId id="299" r:id="rId46"/>
    <p:sldId id="30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7BAD2D-1A12-4A41-A1B7-9000F02D12AF}"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US"/>
        </a:p>
      </dgm:t>
    </dgm:pt>
    <dgm:pt modelId="{17FE6C1F-2C2E-48B3-ACCE-44AE971434C1}">
      <dgm:prSet phldrT="[Text]" custT="1"/>
      <dgm:spPr/>
      <dgm:t>
        <a:bodyPr/>
        <a:lstStyle/>
        <a:p>
          <a:pPr algn="l"/>
          <a:r>
            <a:rPr lang="en-US" sz="1800" b="1" dirty="0" smtClean="0">
              <a:solidFill>
                <a:srgbClr val="C00000"/>
              </a:solidFill>
              <a:latin typeface="Times New Roman" panose="02020603050405020304" pitchFamily="18" charset="0"/>
              <a:ea typeface="Geist Bold" pitchFamily="34" charset="-122"/>
              <a:cs typeface="Times New Roman" panose="02020603050405020304" pitchFamily="18" charset="0"/>
            </a:rPr>
            <a:t>BO-1: </a:t>
          </a:r>
          <a:r>
            <a:rPr lang="en-US" sz="1800" dirty="0" smtClean="0">
              <a:solidFill>
                <a:srgbClr val="C00000"/>
              </a:solidFill>
              <a:latin typeface="Times New Roman" panose="02020603050405020304" pitchFamily="18" charset="0"/>
              <a:ea typeface="Geist" pitchFamily="34" charset="-122"/>
              <a:cs typeface="Times New Roman" panose="02020603050405020304" pitchFamily="18" charset="0"/>
            </a:rPr>
            <a:t>Reduce planning time by at least 50%.</a:t>
          </a:r>
          <a:endParaRPr lang="en-US" sz="1800" dirty="0">
            <a:solidFill>
              <a:srgbClr val="C00000"/>
            </a:solidFill>
            <a:latin typeface="Times New Roman" panose="02020603050405020304" pitchFamily="18" charset="0"/>
            <a:cs typeface="Times New Roman" panose="02020603050405020304" pitchFamily="18" charset="0"/>
          </a:endParaRPr>
        </a:p>
      </dgm:t>
    </dgm:pt>
    <dgm:pt modelId="{132B6579-18D8-436C-A758-D5C489360465}" type="parTrans" cxnId="{DF36B74F-6931-4754-A305-5C3CF776E2B5}">
      <dgm:prSet/>
      <dgm:spPr/>
      <dgm:t>
        <a:bodyPr/>
        <a:lstStyle/>
        <a:p>
          <a:endParaRPr lang="en-US"/>
        </a:p>
      </dgm:t>
    </dgm:pt>
    <dgm:pt modelId="{AFEB7643-64A7-4AD0-A3F6-1BCE3DB1CEA8}" type="sibTrans" cxnId="{DF36B74F-6931-4754-A305-5C3CF776E2B5}">
      <dgm:prSet/>
      <dgm:spPr/>
      <dgm:t>
        <a:bodyPr/>
        <a:lstStyle/>
        <a:p>
          <a:endParaRPr lang="en-US"/>
        </a:p>
      </dgm:t>
    </dgm:pt>
    <dgm:pt modelId="{A468F961-242C-4E0C-80D8-D5CA0DE88805}">
      <dgm:prSet phldrT="[Text]" custT="1"/>
      <dgm:spPr/>
      <dgm:t>
        <a:bodyPr/>
        <a:lstStyle/>
        <a:p>
          <a:pPr algn="l"/>
          <a:r>
            <a:rPr lang="en-US" sz="1800" b="1" dirty="0" smtClean="0">
              <a:solidFill>
                <a:srgbClr val="C00000"/>
              </a:solidFill>
              <a:latin typeface="Times New Roman" panose="02020603050405020304" pitchFamily="18" charset="0"/>
              <a:cs typeface="Times New Roman" panose="02020603050405020304" pitchFamily="18" charset="0"/>
            </a:rPr>
            <a:t>BO-2: </a:t>
          </a:r>
          <a:r>
            <a:rPr lang="en-US" sz="1800" dirty="0" smtClean="0">
              <a:solidFill>
                <a:srgbClr val="C00000"/>
              </a:solidFill>
              <a:latin typeface="Times New Roman" panose="02020603050405020304" pitchFamily="18" charset="0"/>
              <a:ea typeface="Geist" pitchFamily="34" charset="-122"/>
              <a:cs typeface="Times New Roman" panose="02020603050405020304" pitchFamily="18" charset="0"/>
            </a:rPr>
            <a:t>Improve content structure quality by 40%.</a:t>
          </a:r>
          <a:endParaRPr lang="en-US" sz="1800" dirty="0">
            <a:solidFill>
              <a:srgbClr val="C00000"/>
            </a:solidFill>
            <a:latin typeface="Times New Roman" panose="02020603050405020304" pitchFamily="18" charset="0"/>
            <a:cs typeface="Times New Roman" panose="02020603050405020304" pitchFamily="18" charset="0"/>
          </a:endParaRPr>
        </a:p>
      </dgm:t>
    </dgm:pt>
    <dgm:pt modelId="{C29B5274-ACFD-4778-A2E9-D937B7A3F92A}" type="parTrans" cxnId="{FDE22882-022C-4CE3-ADEA-16EDD6412701}">
      <dgm:prSet/>
      <dgm:spPr/>
      <dgm:t>
        <a:bodyPr/>
        <a:lstStyle/>
        <a:p>
          <a:endParaRPr lang="en-US"/>
        </a:p>
      </dgm:t>
    </dgm:pt>
    <dgm:pt modelId="{811E7199-0D5D-4937-A4DE-D29274FE1788}" type="sibTrans" cxnId="{FDE22882-022C-4CE3-ADEA-16EDD6412701}">
      <dgm:prSet/>
      <dgm:spPr/>
      <dgm:t>
        <a:bodyPr/>
        <a:lstStyle/>
        <a:p>
          <a:endParaRPr lang="en-US"/>
        </a:p>
      </dgm:t>
    </dgm:pt>
    <dgm:pt modelId="{27A6893F-F2DC-46CC-A50B-44F7F6642566}">
      <dgm:prSet phldrT="[Text]" custT="1"/>
      <dgm:spPr/>
      <dgm:t>
        <a:bodyPr/>
        <a:lstStyle/>
        <a:p>
          <a:pPr algn="l"/>
          <a:r>
            <a:rPr lang="en-US" sz="1800" b="1" dirty="0" smtClean="0">
              <a:solidFill>
                <a:srgbClr val="C00000"/>
              </a:solidFill>
              <a:latin typeface="Times New Roman" panose="02020603050405020304" pitchFamily="18" charset="0"/>
              <a:cs typeface="Times New Roman" panose="02020603050405020304" pitchFamily="18" charset="0"/>
            </a:rPr>
            <a:t>BO-3: </a:t>
          </a:r>
          <a:r>
            <a:rPr lang="en-US" sz="1800" dirty="0" smtClean="0">
              <a:solidFill>
                <a:srgbClr val="C00000"/>
              </a:solidFill>
              <a:latin typeface="Times New Roman" panose="02020603050405020304" pitchFamily="18" charset="0"/>
              <a:ea typeface="Geist" pitchFamily="34" charset="-122"/>
              <a:cs typeface="Times New Roman" panose="02020603050405020304" pitchFamily="18" charset="0"/>
            </a:rPr>
            <a:t>Increase audience engagement through structured discussions.</a:t>
          </a:r>
          <a:endParaRPr lang="en-US" sz="1800" dirty="0">
            <a:solidFill>
              <a:srgbClr val="C00000"/>
            </a:solidFill>
            <a:latin typeface="Times New Roman" panose="02020603050405020304" pitchFamily="18" charset="0"/>
            <a:cs typeface="Times New Roman" panose="02020603050405020304" pitchFamily="18" charset="0"/>
          </a:endParaRPr>
        </a:p>
      </dgm:t>
    </dgm:pt>
    <dgm:pt modelId="{12C049B2-B553-4DE0-AB02-0A208F2B1AA3}" type="parTrans" cxnId="{84559C53-7CDB-4254-B2BE-E7E37A81DE09}">
      <dgm:prSet/>
      <dgm:spPr/>
      <dgm:t>
        <a:bodyPr/>
        <a:lstStyle/>
        <a:p>
          <a:endParaRPr lang="en-US"/>
        </a:p>
      </dgm:t>
    </dgm:pt>
    <dgm:pt modelId="{D55F78A4-9614-4FAE-9184-3DF7109BBF4E}" type="sibTrans" cxnId="{84559C53-7CDB-4254-B2BE-E7E37A81DE09}">
      <dgm:prSet/>
      <dgm:spPr/>
      <dgm:t>
        <a:bodyPr/>
        <a:lstStyle/>
        <a:p>
          <a:endParaRPr lang="en-US"/>
        </a:p>
      </dgm:t>
    </dgm:pt>
    <dgm:pt modelId="{E5DB6639-7F3E-402F-8C2B-2C601427B10E}">
      <dgm:prSet phldrT="[Text]" custT="1"/>
      <dgm:spPr/>
      <dgm:t>
        <a:bodyPr/>
        <a:lstStyle/>
        <a:p>
          <a:pPr algn="l"/>
          <a:r>
            <a:rPr lang="en-US" sz="1800" b="1" dirty="0" smtClean="0">
              <a:solidFill>
                <a:srgbClr val="C00000"/>
              </a:solidFill>
              <a:latin typeface="Times New Roman" panose="02020603050405020304" pitchFamily="18" charset="0"/>
              <a:cs typeface="Times New Roman" panose="02020603050405020304" pitchFamily="18" charset="0"/>
            </a:rPr>
            <a:t>BO-4: </a:t>
          </a:r>
          <a:r>
            <a:rPr lang="en-US" sz="1800" dirty="0" smtClean="0">
              <a:solidFill>
                <a:srgbClr val="C00000"/>
              </a:solidFill>
              <a:latin typeface="Times New Roman" panose="02020603050405020304" pitchFamily="18" charset="0"/>
              <a:ea typeface="Geist" pitchFamily="34" charset="-122"/>
              <a:cs typeface="Times New Roman" panose="02020603050405020304" pitchFamily="18" charset="0"/>
            </a:rPr>
            <a:t>Automate topic research and question generation</a:t>
          </a:r>
          <a:r>
            <a:rPr lang="en-US" sz="1800" dirty="0" smtClean="0">
              <a:solidFill>
                <a:srgbClr val="C00000"/>
              </a:solidFill>
              <a:latin typeface="Geist" pitchFamily="34" charset="0"/>
              <a:ea typeface="Geist" pitchFamily="34" charset="-122"/>
              <a:cs typeface="Geist" pitchFamily="34" charset="-120"/>
            </a:rPr>
            <a:t>.</a:t>
          </a:r>
          <a:endParaRPr lang="en-US" sz="1800" dirty="0">
            <a:solidFill>
              <a:srgbClr val="C00000"/>
            </a:solidFill>
          </a:endParaRPr>
        </a:p>
      </dgm:t>
    </dgm:pt>
    <dgm:pt modelId="{81B21E40-99C6-4C1B-8177-647E8B43C0C0}" type="parTrans" cxnId="{29720085-DA12-4EC1-BAAE-46BC10487141}">
      <dgm:prSet/>
      <dgm:spPr/>
      <dgm:t>
        <a:bodyPr/>
        <a:lstStyle/>
        <a:p>
          <a:endParaRPr lang="en-US"/>
        </a:p>
      </dgm:t>
    </dgm:pt>
    <dgm:pt modelId="{27B8D59C-29AE-4B2C-875F-55FC92CC3AE9}" type="sibTrans" cxnId="{29720085-DA12-4EC1-BAAE-46BC10487141}">
      <dgm:prSet/>
      <dgm:spPr/>
      <dgm:t>
        <a:bodyPr/>
        <a:lstStyle/>
        <a:p>
          <a:endParaRPr lang="en-US"/>
        </a:p>
      </dgm:t>
    </dgm:pt>
    <dgm:pt modelId="{D731243F-B020-429F-8576-F6D87B0C2398}" type="pres">
      <dgm:prSet presAssocID="{E47BAD2D-1A12-4A41-A1B7-9000F02D12AF}" presName="Name0" presStyleCnt="0">
        <dgm:presLayoutVars>
          <dgm:dir/>
          <dgm:resizeHandles val="exact"/>
        </dgm:presLayoutVars>
      </dgm:prSet>
      <dgm:spPr/>
      <dgm:t>
        <a:bodyPr/>
        <a:lstStyle/>
        <a:p>
          <a:endParaRPr lang="en-US"/>
        </a:p>
      </dgm:t>
    </dgm:pt>
    <dgm:pt modelId="{14A052A5-6277-45FF-B6E8-712F91ED4A64}" type="pres">
      <dgm:prSet presAssocID="{17FE6C1F-2C2E-48B3-ACCE-44AE971434C1}" presName="compNode" presStyleCnt="0"/>
      <dgm:spPr/>
    </dgm:pt>
    <dgm:pt modelId="{9861D4D5-B47B-4050-8CD0-6AF0F14604D7}" type="pres">
      <dgm:prSet presAssocID="{17FE6C1F-2C2E-48B3-ACCE-44AE971434C1}" presName="pictRect" presStyleLbl="node1" presStyleIdx="0" presStyleCnt="4" custScaleX="75867"/>
      <dgm:spPr>
        <a:blipFill rotWithShape="1">
          <a:blip xmlns:r="http://schemas.openxmlformats.org/officeDocument/2006/relationships" r:embed="rId1"/>
          <a:stretch>
            <a:fillRect/>
          </a:stretch>
        </a:blipFill>
      </dgm:spPr>
    </dgm:pt>
    <dgm:pt modelId="{D82A5D5F-41F2-47E2-805D-3563E5AD3283}" type="pres">
      <dgm:prSet presAssocID="{17FE6C1F-2C2E-48B3-ACCE-44AE971434C1}" presName="textRect" presStyleLbl="revTx" presStyleIdx="0" presStyleCnt="4">
        <dgm:presLayoutVars>
          <dgm:bulletEnabled val="1"/>
        </dgm:presLayoutVars>
      </dgm:prSet>
      <dgm:spPr/>
      <dgm:t>
        <a:bodyPr/>
        <a:lstStyle/>
        <a:p>
          <a:endParaRPr lang="en-US"/>
        </a:p>
      </dgm:t>
    </dgm:pt>
    <dgm:pt modelId="{58DEFD49-7AB7-4E0A-A436-EA0CDAA07555}" type="pres">
      <dgm:prSet presAssocID="{AFEB7643-64A7-4AD0-A3F6-1BCE3DB1CEA8}" presName="sibTrans" presStyleLbl="sibTrans2D1" presStyleIdx="0" presStyleCnt="0"/>
      <dgm:spPr/>
      <dgm:t>
        <a:bodyPr/>
        <a:lstStyle/>
        <a:p>
          <a:endParaRPr lang="en-US"/>
        </a:p>
      </dgm:t>
    </dgm:pt>
    <dgm:pt modelId="{37E856CF-6BA8-4BE9-9743-BA92DEECFE24}" type="pres">
      <dgm:prSet presAssocID="{A468F961-242C-4E0C-80D8-D5CA0DE88805}" presName="compNode" presStyleCnt="0"/>
      <dgm:spPr/>
    </dgm:pt>
    <dgm:pt modelId="{BE083816-8AB2-4898-B9BA-55E2DBA76BDF}" type="pres">
      <dgm:prSet presAssocID="{A468F961-242C-4E0C-80D8-D5CA0DE88805}" presName="pictRect" presStyleLbl="node1" presStyleIdx="1" presStyleCnt="4" custScaleX="75941"/>
      <dgm:spPr>
        <a:blipFill rotWithShape="1">
          <a:blip xmlns:r="http://schemas.openxmlformats.org/officeDocument/2006/relationships" r:embed="rId1"/>
          <a:stretch>
            <a:fillRect/>
          </a:stretch>
        </a:blipFill>
      </dgm:spPr>
    </dgm:pt>
    <dgm:pt modelId="{1C4417BD-A040-4F16-9BDE-EF8D11FAEE0C}" type="pres">
      <dgm:prSet presAssocID="{A468F961-242C-4E0C-80D8-D5CA0DE88805}" presName="textRect" presStyleLbl="revTx" presStyleIdx="1" presStyleCnt="4">
        <dgm:presLayoutVars>
          <dgm:bulletEnabled val="1"/>
        </dgm:presLayoutVars>
      </dgm:prSet>
      <dgm:spPr/>
      <dgm:t>
        <a:bodyPr/>
        <a:lstStyle/>
        <a:p>
          <a:endParaRPr lang="en-US"/>
        </a:p>
      </dgm:t>
    </dgm:pt>
    <dgm:pt modelId="{4265E36F-35EF-457B-97A1-E6EEE1C6EF10}" type="pres">
      <dgm:prSet presAssocID="{811E7199-0D5D-4937-A4DE-D29274FE1788}" presName="sibTrans" presStyleLbl="sibTrans2D1" presStyleIdx="0" presStyleCnt="0"/>
      <dgm:spPr/>
      <dgm:t>
        <a:bodyPr/>
        <a:lstStyle/>
        <a:p>
          <a:endParaRPr lang="en-US"/>
        </a:p>
      </dgm:t>
    </dgm:pt>
    <dgm:pt modelId="{79040C19-2794-4C17-99E7-66CF9A520DE6}" type="pres">
      <dgm:prSet presAssocID="{27A6893F-F2DC-46CC-A50B-44F7F6642566}" presName="compNode" presStyleCnt="0"/>
      <dgm:spPr/>
    </dgm:pt>
    <dgm:pt modelId="{B05F3082-E9B6-4416-BABF-CFF7442DEC54}" type="pres">
      <dgm:prSet presAssocID="{27A6893F-F2DC-46CC-A50B-44F7F6642566}" presName="pictRect" presStyleLbl="node1" presStyleIdx="2" presStyleCnt="4" custScaleX="71732"/>
      <dgm:spPr>
        <a:blipFill rotWithShape="1">
          <a:blip xmlns:r="http://schemas.openxmlformats.org/officeDocument/2006/relationships" r:embed="rId1"/>
          <a:stretch>
            <a:fillRect/>
          </a:stretch>
        </a:blipFill>
      </dgm:spPr>
    </dgm:pt>
    <dgm:pt modelId="{C0604C7F-2C74-41CE-9E1E-96940A1068E6}" type="pres">
      <dgm:prSet presAssocID="{27A6893F-F2DC-46CC-A50B-44F7F6642566}" presName="textRect" presStyleLbl="revTx" presStyleIdx="2" presStyleCnt="4">
        <dgm:presLayoutVars>
          <dgm:bulletEnabled val="1"/>
        </dgm:presLayoutVars>
      </dgm:prSet>
      <dgm:spPr/>
      <dgm:t>
        <a:bodyPr/>
        <a:lstStyle/>
        <a:p>
          <a:endParaRPr lang="en-US"/>
        </a:p>
      </dgm:t>
    </dgm:pt>
    <dgm:pt modelId="{A149E6C9-3077-46E5-A600-91E1F1EDC30B}" type="pres">
      <dgm:prSet presAssocID="{D55F78A4-9614-4FAE-9184-3DF7109BBF4E}" presName="sibTrans" presStyleLbl="sibTrans2D1" presStyleIdx="0" presStyleCnt="0"/>
      <dgm:spPr/>
      <dgm:t>
        <a:bodyPr/>
        <a:lstStyle/>
        <a:p>
          <a:endParaRPr lang="en-US"/>
        </a:p>
      </dgm:t>
    </dgm:pt>
    <dgm:pt modelId="{A151E7FD-C483-453B-9872-2F94A61A2E34}" type="pres">
      <dgm:prSet presAssocID="{E5DB6639-7F3E-402F-8C2B-2C601427B10E}" presName="compNode" presStyleCnt="0"/>
      <dgm:spPr/>
    </dgm:pt>
    <dgm:pt modelId="{C26F9CB1-E9C5-4A32-87C3-281AA1F6E931}" type="pres">
      <dgm:prSet presAssocID="{E5DB6639-7F3E-402F-8C2B-2C601427B10E}" presName="pictRect" presStyleLbl="node1" presStyleIdx="3" presStyleCnt="4" custScaleX="78527"/>
      <dgm:spPr>
        <a:blipFill rotWithShape="1">
          <a:blip xmlns:r="http://schemas.openxmlformats.org/officeDocument/2006/relationships" r:embed="rId1"/>
          <a:stretch>
            <a:fillRect/>
          </a:stretch>
        </a:blipFill>
      </dgm:spPr>
    </dgm:pt>
    <dgm:pt modelId="{E8A6AB22-E5E0-4350-8B7F-0BB19753E28F}" type="pres">
      <dgm:prSet presAssocID="{E5DB6639-7F3E-402F-8C2B-2C601427B10E}" presName="textRect" presStyleLbl="revTx" presStyleIdx="3" presStyleCnt="4">
        <dgm:presLayoutVars>
          <dgm:bulletEnabled val="1"/>
        </dgm:presLayoutVars>
      </dgm:prSet>
      <dgm:spPr/>
      <dgm:t>
        <a:bodyPr/>
        <a:lstStyle/>
        <a:p>
          <a:endParaRPr lang="en-US"/>
        </a:p>
      </dgm:t>
    </dgm:pt>
  </dgm:ptLst>
  <dgm:cxnLst>
    <dgm:cxn modelId="{FDE22882-022C-4CE3-ADEA-16EDD6412701}" srcId="{E47BAD2D-1A12-4A41-A1B7-9000F02D12AF}" destId="{A468F961-242C-4E0C-80D8-D5CA0DE88805}" srcOrd="1" destOrd="0" parTransId="{C29B5274-ACFD-4778-A2E9-D937B7A3F92A}" sibTransId="{811E7199-0D5D-4937-A4DE-D29274FE1788}"/>
    <dgm:cxn modelId="{40E7BC46-DADC-4E5E-AEB1-73E6E7C862FF}" type="presOf" srcId="{811E7199-0D5D-4937-A4DE-D29274FE1788}" destId="{4265E36F-35EF-457B-97A1-E6EEE1C6EF10}" srcOrd="0" destOrd="0" presId="urn:microsoft.com/office/officeart/2005/8/layout/pList1"/>
    <dgm:cxn modelId="{84559C53-7CDB-4254-B2BE-E7E37A81DE09}" srcId="{E47BAD2D-1A12-4A41-A1B7-9000F02D12AF}" destId="{27A6893F-F2DC-46CC-A50B-44F7F6642566}" srcOrd="2" destOrd="0" parTransId="{12C049B2-B553-4DE0-AB02-0A208F2B1AA3}" sibTransId="{D55F78A4-9614-4FAE-9184-3DF7109BBF4E}"/>
    <dgm:cxn modelId="{2C7CC7CC-5F7A-403E-90CB-3A087781B1FB}" type="presOf" srcId="{E5DB6639-7F3E-402F-8C2B-2C601427B10E}" destId="{E8A6AB22-E5E0-4350-8B7F-0BB19753E28F}" srcOrd="0" destOrd="0" presId="urn:microsoft.com/office/officeart/2005/8/layout/pList1"/>
    <dgm:cxn modelId="{3FA700C6-7599-4ED2-924B-9FE56E2AA5E4}" type="presOf" srcId="{D55F78A4-9614-4FAE-9184-3DF7109BBF4E}" destId="{A149E6C9-3077-46E5-A600-91E1F1EDC30B}" srcOrd="0" destOrd="0" presId="urn:microsoft.com/office/officeart/2005/8/layout/pList1"/>
    <dgm:cxn modelId="{A6817A7D-BCB2-48E5-95E1-46180C457D6E}" type="presOf" srcId="{A468F961-242C-4E0C-80D8-D5CA0DE88805}" destId="{1C4417BD-A040-4F16-9BDE-EF8D11FAEE0C}" srcOrd="0" destOrd="0" presId="urn:microsoft.com/office/officeart/2005/8/layout/pList1"/>
    <dgm:cxn modelId="{DA2CB05B-7F32-49BB-92F6-40A87EDDE1E3}" type="presOf" srcId="{AFEB7643-64A7-4AD0-A3F6-1BCE3DB1CEA8}" destId="{58DEFD49-7AB7-4E0A-A436-EA0CDAA07555}" srcOrd="0" destOrd="0" presId="urn:microsoft.com/office/officeart/2005/8/layout/pList1"/>
    <dgm:cxn modelId="{AF0D797A-E823-4341-B906-306E705F1CAB}" type="presOf" srcId="{E47BAD2D-1A12-4A41-A1B7-9000F02D12AF}" destId="{D731243F-B020-429F-8576-F6D87B0C2398}" srcOrd="0" destOrd="0" presId="urn:microsoft.com/office/officeart/2005/8/layout/pList1"/>
    <dgm:cxn modelId="{51340F29-F29A-466E-92F0-97B192C02446}" type="presOf" srcId="{17FE6C1F-2C2E-48B3-ACCE-44AE971434C1}" destId="{D82A5D5F-41F2-47E2-805D-3563E5AD3283}" srcOrd="0" destOrd="0" presId="urn:microsoft.com/office/officeart/2005/8/layout/pList1"/>
    <dgm:cxn modelId="{DF36B74F-6931-4754-A305-5C3CF776E2B5}" srcId="{E47BAD2D-1A12-4A41-A1B7-9000F02D12AF}" destId="{17FE6C1F-2C2E-48B3-ACCE-44AE971434C1}" srcOrd="0" destOrd="0" parTransId="{132B6579-18D8-436C-A758-D5C489360465}" sibTransId="{AFEB7643-64A7-4AD0-A3F6-1BCE3DB1CEA8}"/>
    <dgm:cxn modelId="{29720085-DA12-4EC1-BAAE-46BC10487141}" srcId="{E47BAD2D-1A12-4A41-A1B7-9000F02D12AF}" destId="{E5DB6639-7F3E-402F-8C2B-2C601427B10E}" srcOrd="3" destOrd="0" parTransId="{81B21E40-99C6-4C1B-8177-647E8B43C0C0}" sibTransId="{27B8D59C-29AE-4B2C-875F-55FC92CC3AE9}"/>
    <dgm:cxn modelId="{5EBD1021-3B46-419D-9B55-0A38A8ACADEC}" type="presOf" srcId="{27A6893F-F2DC-46CC-A50B-44F7F6642566}" destId="{C0604C7F-2C74-41CE-9E1E-96940A1068E6}" srcOrd="0" destOrd="0" presId="urn:microsoft.com/office/officeart/2005/8/layout/pList1"/>
    <dgm:cxn modelId="{A689FD5B-DDEF-4889-96E2-68181EE1062D}" type="presParOf" srcId="{D731243F-B020-429F-8576-F6D87B0C2398}" destId="{14A052A5-6277-45FF-B6E8-712F91ED4A64}" srcOrd="0" destOrd="0" presId="urn:microsoft.com/office/officeart/2005/8/layout/pList1"/>
    <dgm:cxn modelId="{7AFF4066-4255-4474-BF19-312639C4A5D9}" type="presParOf" srcId="{14A052A5-6277-45FF-B6E8-712F91ED4A64}" destId="{9861D4D5-B47B-4050-8CD0-6AF0F14604D7}" srcOrd="0" destOrd="0" presId="urn:microsoft.com/office/officeart/2005/8/layout/pList1"/>
    <dgm:cxn modelId="{FB26DA1C-B44B-4DD7-87C2-B01357735112}" type="presParOf" srcId="{14A052A5-6277-45FF-B6E8-712F91ED4A64}" destId="{D82A5D5F-41F2-47E2-805D-3563E5AD3283}" srcOrd="1" destOrd="0" presId="urn:microsoft.com/office/officeart/2005/8/layout/pList1"/>
    <dgm:cxn modelId="{A512DF78-C321-4191-86FA-28ABDC250635}" type="presParOf" srcId="{D731243F-B020-429F-8576-F6D87B0C2398}" destId="{58DEFD49-7AB7-4E0A-A436-EA0CDAA07555}" srcOrd="1" destOrd="0" presId="urn:microsoft.com/office/officeart/2005/8/layout/pList1"/>
    <dgm:cxn modelId="{168B63BE-B960-4F4E-A086-E936175C7D6A}" type="presParOf" srcId="{D731243F-B020-429F-8576-F6D87B0C2398}" destId="{37E856CF-6BA8-4BE9-9743-BA92DEECFE24}" srcOrd="2" destOrd="0" presId="urn:microsoft.com/office/officeart/2005/8/layout/pList1"/>
    <dgm:cxn modelId="{CEB51B35-A046-46A9-991A-A7DD0C125D9F}" type="presParOf" srcId="{37E856CF-6BA8-4BE9-9743-BA92DEECFE24}" destId="{BE083816-8AB2-4898-B9BA-55E2DBA76BDF}" srcOrd="0" destOrd="0" presId="urn:microsoft.com/office/officeart/2005/8/layout/pList1"/>
    <dgm:cxn modelId="{4958B882-14CE-446C-A454-503345A4356D}" type="presParOf" srcId="{37E856CF-6BA8-4BE9-9743-BA92DEECFE24}" destId="{1C4417BD-A040-4F16-9BDE-EF8D11FAEE0C}" srcOrd="1" destOrd="0" presId="urn:microsoft.com/office/officeart/2005/8/layout/pList1"/>
    <dgm:cxn modelId="{6F0B6361-2F4D-473F-A9B9-D953D84363F8}" type="presParOf" srcId="{D731243F-B020-429F-8576-F6D87B0C2398}" destId="{4265E36F-35EF-457B-97A1-E6EEE1C6EF10}" srcOrd="3" destOrd="0" presId="urn:microsoft.com/office/officeart/2005/8/layout/pList1"/>
    <dgm:cxn modelId="{6B97A118-8B91-429E-93CB-03A26A7E7EAF}" type="presParOf" srcId="{D731243F-B020-429F-8576-F6D87B0C2398}" destId="{79040C19-2794-4C17-99E7-66CF9A520DE6}" srcOrd="4" destOrd="0" presId="urn:microsoft.com/office/officeart/2005/8/layout/pList1"/>
    <dgm:cxn modelId="{AAEA3617-8A31-4BF6-9B48-B0E96BC4D6FC}" type="presParOf" srcId="{79040C19-2794-4C17-99E7-66CF9A520DE6}" destId="{B05F3082-E9B6-4416-BABF-CFF7442DEC54}" srcOrd="0" destOrd="0" presId="urn:microsoft.com/office/officeart/2005/8/layout/pList1"/>
    <dgm:cxn modelId="{4A093678-344B-4BD6-A541-40E19CCA36AA}" type="presParOf" srcId="{79040C19-2794-4C17-99E7-66CF9A520DE6}" destId="{C0604C7F-2C74-41CE-9E1E-96940A1068E6}" srcOrd="1" destOrd="0" presId="urn:microsoft.com/office/officeart/2005/8/layout/pList1"/>
    <dgm:cxn modelId="{EDEECD48-1EB7-4507-97A7-0C9BE037EE4B}" type="presParOf" srcId="{D731243F-B020-429F-8576-F6D87B0C2398}" destId="{A149E6C9-3077-46E5-A600-91E1F1EDC30B}" srcOrd="5" destOrd="0" presId="urn:microsoft.com/office/officeart/2005/8/layout/pList1"/>
    <dgm:cxn modelId="{3EE7DBDF-8BA3-48CD-AFC0-E9BBAA1EF3CE}" type="presParOf" srcId="{D731243F-B020-429F-8576-F6D87B0C2398}" destId="{A151E7FD-C483-453B-9872-2F94A61A2E34}" srcOrd="6" destOrd="0" presId="urn:microsoft.com/office/officeart/2005/8/layout/pList1"/>
    <dgm:cxn modelId="{EECC61BB-6FD3-4F6F-846B-533FEA11131D}" type="presParOf" srcId="{A151E7FD-C483-453B-9872-2F94A61A2E34}" destId="{C26F9CB1-E9C5-4A32-87C3-281AA1F6E931}" srcOrd="0" destOrd="0" presId="urn:microsoft.com/office/officeart/2005/8/layout/pList1"/>
    <dgm:cxn modelId="{7EE23CDA-E47C-4D2E-86BD-65222E3B6248}" type="presParOf" srcId="{A151E7FD-C483-453B-9872-2F94A61A2E34}" destId="{E8A6AB22-E5E0-4350-8B7F-0BB19753E28F}"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32AC9A-B57F-4DA2-9E0B-DF515D34F53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FF0780B5-7E58-48B5-862E-8060CC58E0BF}">
      <dgm:prSet phldrT="[Text]"/>
      <dgm:spPr/>
      <dgm:t>
        <a:bodyPr/>
        <a:lstStyle/>
        <a:p>
          <a:r>
            <a:rPr lang="en-US" dirty="0" smtClean="0">
              <a:latin typeface="Times New Roman" panose="02020603050405020304" pitchFamily="18" charset="0"/>
              <a:cs typeface="Times New Roman" panose="02020603050405020304" pitchFamily="18" charset="0"/>
            </a:rPr>
            <a:t>Time Efficiency</a:t>
          </a:r>
          <a:endParaRPr lang="en-US" dirty="0">
            <a:latin typeface="Times New Roman" panose="02020603050405020304" pitchFamily="18" charset="0"/>
            <a:cs typeface="Times New Roman" panose="02020603050405020304" pitchFamily="18" charset="0"/>
          </a:endParaRPr>
        </a:p>
      </dgm:t>
    </dgm:pt>
    <dgm:pt modelId="{B9E9FFC5-462E-4BD2-AEF0-BAABA7C32BFD}" type="parTrans" cxnId="{00FA46B8-EFF1-4500-BF53-2937BA7D9185}">
      <dgm:prSet/>
      <dgm:spPr/>
      <dgm:t>
        <a:bodyPr/>
        <a:lstStyle/>
        <a:p>
          <a:endParaRPr lang="en-US"/>
        </a:p>
      </dgm:t>
    </dgm:pt>
    <dgm:pt modelId="{6A1B5E00-C2FA-4C9A-8F04-A8F7CE6DAFDD}" type="sibTrans" cxnId="{00FA46B8-EFF1-4500-BF53-2937BA7D9185}">
      <dgm:prSet/>
      <dgm:spPr/>
      <dgm:t>
        <a:bodyPr/>
        <a:lstStyle/>
        <a:p>
          <a:endParaRPr lang="en-US"/>
        </a:p>
      </dgm:t>
    </dgm:pt>
    <dgm:pt modelId="{D364A6F5-4C88-4987-ACD3-90345DF508D4}">
      <dgm:prSet phldrT="[Text]"/>
      <dgm:spPr/>
      <dgm:t>
        <a:bodyPr/>
        <a:lstStyle/>
        <a:p>
          <a:r>
            <a:rPr lang="en-US" b="0" dirty="0" smtClean="0">
              <a:solidFill>
                <a:srgbClr val="EBEDF0"/>
              </a:solidFill>
              <a:latin typeface="Times New Roman" panose="02020603050405020304" pitchFamily="18" charset="0"/>
              <a:ea typeface="Geist Bold" pitchFamily="34" charset="-122"/>
              <a:cs typeface="Times New Roman" panose="02020603050405020304" pitchFamily="18" charset="0"/>
            </a:rPr>
            <a:t>Accessibility:</a:t>
          </a:r>
          <a:endParaRPr lang="en-US" b="0" dirty="0">
            <a:latin typeface="Times New Roman" panose="02020603050405020304" pitchFamily="18" charset="0"/>
            <a:cs typeface="Times New Roman" panose="02020603050405020304" pitchFamily="18" charset="0"/>
          </a:endParaRPr>
        </a:p>
      </dgm:t>
    </dgm:pt>
    <dgm:pt modelId="{D9B557EF-C9EF-4366-8A94-586414040EE5}" type="parTrans" cxnId="{994D3306-7ECF-49FA-997F-51A37EA2CBCE}">
      <dgm:prSet/>
      <dgm:spPr/>
      <dgm:t>
        <a:bodyPr/>
        <a:lstStyle/>
        <a:p>
          <a:endParaRPr lang="en-US"/>
        </a:p>
      </dgm:t>
    </dgm:pt>
    <dgm:pt modelId="{1F471AE9-B004-412F-88D1-44F34CD84509}" type="sibTrans" cxnId="{994D3306-7ECF-49FA-997F-51A37EA2CBCE}">
      <dgm:prSet/>
      <dgm:spPr/>
      <dgm:t>
        <a:bodyPr/>
        <a:lstStyle/>
        <a:p>
          <a:endParaRPr lang="en-US"/>
        </a:p>
      </dgm:t>
    </dgm:pt>
    <dgm:pt modelId="{B622B8C4-3F17-4169-99F1-DEE82D8C8956}">
      <dgm:prSet phldrT="[Text]"/>
      <dgm:spPr/>
      <dgm:t>
        <a:bodyPr/>
        <a:lstStyle/>
        <a:p>
          <a:r>
            <a:rPr lang="en-US" b="0" dirty="0" smtClean="0">
              <a:solidFill>
                <a:srgbClr val="EBEDF0"/>
              </a:solidFill>
              <a:latin typeface="Times New Roman" panose="02020603050405020304" pitchFamily="18" charset="0"/>
              <a:ea typeface="Geist Bold" pitchFamily="34" charset="-122"/>
              <a:cs typeface="Times New Roman" panose="02020603050405020304" pitchFamily="18" charset="0"/>
            </a:rPr>
            <a:t>Improved Content Quality:</a:t>
          </a:r>
          <a:endParaRPr lang="en-US" b="0" dirty="0">
            <a:latin typeface="Times New Roman" panose="02020603050405020304" pitchFamily="18" charset="0"/>
            <a:cs typeface="Times New Roman" panose="02020603050405020304" pitchFamily="18" charset="0"/>
          </a:endParaRPr>
        </a:p>
      </dgm:t>
    </dgm:pt>
    <dgm:pt modelId="{BB49EE12-6D37-4D58-A058-C9FE6D831A7F}" type="sibTrans" cxnId="{53E8C077-5D40-41CC-A1B6-0CD22484CFBB}">
      <dgm:prSet/>
      <dgm:spPr/>
      <dgm:t>
        <a:bodyPr/>
        <a:lstStyle/>
        <a:p>
          <a:endParaRPr lang="en-US"/>
        </a:p>
      </dgm:t>
    </dgm:pt>
    <dgm:pt modelId="{81A04720-FECF-4033-A377-02D22A429B96}" type="parTrans" cxnId="{53E8C077-5D40-41CC-A1B6-0CD22484CFBB}">
      <dgm:prSet/>
      <dgm:spPr/>
      <dgm:t>
        <a:bodyPr/>
        <a:lstStyle/>
        <a:p>
          <a:endParaRPr lang="en-US"/>
        </a:p>
      </dgm:t>
    </dgm:pt>
    <dgm:pt modelId="{CBF706B5-F630-417D-9E18-0A41D716F097}">
      <dgm:prSet phldrT="[Text]"/>
      <dgm:spPr/>
      <dgm:t>
        <a:bodyPr/>
        <a:lstStyle/>
        <a:p>
          <a:r>
            <a:rPr lang="en-US" b="0" dirty="0" smtClean="0">
              <a:latin typeface="Times New Roman" panose="02020603050405020304" pitchFamily="18" charset="0"/>
              <a:cs typeface="Times New Roman" panose="02020603050405020304" pitchFamily="18" charset="0"/>
            </a:rPr>
            <a:t>Consistency:</a:t>
          </a:r>
          <a:endParaRPr lang="en-US" b="0" dirty="0">
            <a:latin typeface="Times New Roman" panose="02020603050405020304" pitchFamily="18" charset="0"/>
            <a:cs typeface="Times New Roman" panose="02020603050405020304" pitchFamily="18" charset="0"/>
          </a:endParaRPr>
        </a:p>
      </dgm:t>
    </dgm:pt>
    <dgm:pt modelId="{6F3E38D3-0D1A-43EC-B717-8DFE7EC766B5}" type="parTrans" cxnId="{774B2AE8-38C3-476E-9BC9-6ABCFFACAF77}">
      <dgm:prSet/>
      <dgm:spPr/>
      <dgm:t>
        <a:bodyPr/>
        <a:lstStyle/>
        <a:p>
          <a:endParaRPr lang="en-US"/>
        </a:p>
      </dgm:t>
    </dgm:pt>
    <dgm:pt modelId="{96D0DBE3-FE39-4C86-B19D-6BCF301CAF57}" type="sibTrans" cxnId="{774B2AE8-38C3-476E-9BC9-6ABCFFACAF77}">
      <dgm:prSet/>
      <dgm:spPr/>
      <dgm:t>
        <a:bodyPr/>
        <a:lstStyle/>
        <a:p>
          <a:endParaRPr lang="en-US"/>
        </a:p>
      </dgm:t>
    </dgm:pt>
    <dgm:pt modelId="{83ABC3D3-D826-4AB1-B801-B76D27A57E72}">
      <dgm:prSet phldrT="[Text]"/>
      <dgm:spPr/>
      <dgm:t>
        <a:bodyPr/>
        <a:lstStyle/>
        <a:p>
          <a:r>
            <a:rPr lang="en-US" b="0" dirty="0" smtClean="0">
              <a:latin typeface="Times New Roman" panose="02020603050405020304" pitchFamily="18" charset="0"/>
              <a:cs typeface="Times New Roman" panose="02020603050405020304" pitchFamily="18" charset="0"/>
            </a:rPr>
            <a:t>Audience Engagement:</a:t>
          </a:r>
          <a:endParaRPr lang="en-US" b="0" dirty="0">
            <a:latin typeface="Times New Roman" panose="02020603050405020304" pitchFamily="18" charset="0"/>
            <a:cs typeface="Times New Roman" panose="02020603050405020304" pitchFamily="18" charset="0"/>
          </a:endParaRPr>
        </a:p>
      </dgm:t>
    </dgm:pt>
    <dgm:pt modelId="{A0A6508A-ACA9-45A4-99A2-486F743E1F0B}" type="sibTrans" cxnId="{AD7949C9-8FB3-476B-9A07-FE607B265B40}">
      <dgm:prSet/>
      <dgm:spPr/>
      <dgm:t>
        <a:bodyPr/>
        <a:lstStyle/>
        <a:p>
          <a:endParaRPr lang="en-US"/>
        </a:p>
      </dgm:t>
    </dgm:pt>
    <dgm:pt modelId="{07F8096E-D0EF-4514-BF3A-BFAB80F94862}" type="parTrans" cxnId="{AD7949C9-8FB3-476B-9A07-FE607B265B40}">
      <dgm:prSet/>
      <dgm:spPr/>
      <dgm:t>
        <a:bodyPr/>
        <a:lstStyle/>
        <a:p>
          <a:endParaRPr lang="en-US"/>
        </a:p>
      </dgm:t>
    </dgm:pt>
    <dgm:pt modelId="{900A19AE-0088-4444-8494-EE3A6DA613BC}" type="pres">
      <dgm:prSet presAssocID="{2432AC9A-B57F-4DA2-9E0B-DF515D34F53E}" presName="linear" presStyleCnt="0">
        <dgm:presLayoutVars>
          <dgm:dir/>
          <dgm:animLvl val="lvl"/>
          <dgm:resizeHandles val="exact"/>
        </dgm:presLayoutVars>
      </dgm:prSet>
      <dgm:spPr/>
      <dgm:t>
        <a:bodyPr/>
        <a:lstStyle/>
        <a:p>
          <a:endParaRPr lang="en-US"/>
        </a:p>
      </dgm:t>
    </dgm:pt>
    <dgm:pt modelId="{0F529C6D-491F-4BC4-A855-D5A63CC43C5C}" type="pres">
      <dgm:prSet presAssocID="{FF0780B5-7E58-48B5-862E-8060CC58E0BF}" presName="parentLin" presStyleCnt="0"/>
      <dgm:spPr/>
    </dgm:pt>
    <dgm:pt modelId="{D6B4CFCE-A441-4F2A-BC7B-CAC9288A45EA}" type="pres">
      <dgm:prSet presAssocID="{FF0780B5-7E58-48B5-862E-8060CC58E0BF}" presName="parentLeftMargin" presStyleLbl="node1" presStyleIdx="0" presStyleCnt="5"/>
      <dgm:spPr/>
      <dgm:t>
        <a:bodyPr/>
        <a:lstStyle/>
        <a:p>
          <a:endParaRPr lang="en-US"/>
        </a:p>
      </dgm:t>
    </dgm:pt>
    <dgm:pt modelId="{52DCC5D2-DDCB-4EA2-ACBC-A00FBD626A0E}" type="pres">
      <dgm:prSet presAssocID="{FF0780B5-7E58-48B5-862E-8060CC58E0BF}" presName="parentText" presStyleLbl="node1" presStyleIdx="0" presStyleCnt="5" custScaleX="44232" custScaleY="71175">
        <dgm:presLayoutVars>
          <dgm:chMax val="0"/>
          <dgm:bulletEnabled val="1"/>
        </dgm:presLayoutVars>
      </dgm:prSet>
      <dgm:spPr/>
      <dgm:t>
        <a:bodyPr/>
        <a:lstStyle/>
        <a:p>
          <a:endParaRPr lang="en-US"/>
        </a:p>
      </dgm:t>
    </dgm:pt>
    <dgm:pt modelId="{F25846E6-97A3-46D1-955F-B79E570352D6}" type="pres">
      <dgm:prSet presAssocID="{FF0780B5-7E58-48B5-862E-8060CC58E0BF}" presName="negativeSpace" presStyleCnt="0"/>
      <dgm:spPr/>
    </dgm:pt>
    <dgm:pt modelId="{E9AEF84A-A3BC-4480-8B23-FFAC3E71BA5B}" type="pres">
      <dgm:prSet presAssocID="{FF0780B5-7E58-48B5-862E-8060CC58E0BF}" presName="childText" presStyleLbl="conFgAcc1" presStyleIdx="0" presStyleCnt="5">
        <dgm:presLayoutVars>
          <dgm:bulletEnabled val="1"/>
        </dgm:presLayoutVars>
      </dgm:prSet>
      <dgm:spPr/>
    </dgm:pt>
    <dgm:pt modelId="{D050C668-60D4-49B3-B9D9-CD561016446C}" type="pres">
      <dgm:prSet presAssocID="{6A1B5E00-C2FA-4C9A-8F04-A8F7CE6DAFDD}" presName="spaceBetweenRectangles" presStyleCnt="0"/>
      <dgm:spPr/>
    </dgm:pt>
    <dgm:pt modelId="{429EEDB0-F313-4761-AB49-CBC1B9DEE560}" type="pres">
      <dgm:prSet presAssocID="{B622B8C4-3F17-4169-99F1-DEE82D8C8956}" presName="parentLin" presStyleCnt="0"/>
      <dgm:spPr/>
    </dgm:pt>
    <dgm:pt modelId="{35BD9EE8-AC07-4DE9-980C-6D7944FA5D18}" type="pres">
      <dgm:prSet presAssocID="{B622B8C4-3F17-4169-99F1-DEE82D8C8956}" presName="parentLeftMargin" presStyleLbl="node1" presStyleIdx="0" presStyleCnt="5"/>
      <dgm:spPr/>
      <dgm:t>
        <a:bodyPr/>
        <a:lstStyle/>
        <a:p>
          <a:endParaRPr lang="en-US"/>
        </a:p>
      </dgm:t>
    </dgm:pt>
    <dgm:pt modelId="{866631C3-3701-4A61-B17C-494982649A8A}" type="pres">
      <dgm:prSet presAssocID="{B622B8C4-3F17-4169-99F1-DEE82D8C8956}" presName="parentText" presStyleLbl="node1" presStyleIdx="1" presStyleCnt="5" custScaleX="45519">
        <dgm:presLayoutVars>
          <dgm:chMax val="0"/>
          <dgm:bulletEnabled val="1"/>
        </dgm:presLayoutVars>
      </dgm:prSet>
      <dgm:spPr/>
      <dgm:t>
        <a:bodyPr/>
        <a:lstStyle/>
        <a:p>
          <a:endParaRPr lang="en-US"/>
        </a:p>
      </dgm:t>
    </dgm:pt>
    <dgm:pt modelId="{C318839A-F49F-4AE4-93F6-305BEA816E9E}" type="pres">
      <dgm:prSet presAssocID="{B622B8C4-3F17-4169-99F1-DEE82D8C8956}" presName="negativeSpace" presStyleCnt="0"/>
      <dgm:spPr/>
    </dgm:pt>
    <dgm:pt modelId="{E3AB0C71-0151-4C0E-BD5E-1D55501F7DD7}" type="pres">
      <dgm:prSet presAssocID="{B622B8C4-3F17-4169-99F1-DEE82D8C8956}" presName="childText" presStyleLbl="conFgAcc1" presStyleIdx="1" presStyleCnt="5" custScaleY="135057">
        <dgm:presLayoutVars>
          <dgm:bulletEnabled val="1"/>
        </dgm:presLayoutVars>
      </dgm:prSet>
      <dgm:spPr/>
    </dgm:pt>
    <dgm:pt modelId="{B84E6598-38CE-4ED0-ACAF-0C81C00C9F0D}" type="pres">
      <dgm:prSet presAssocID="{BB49EE12-6D37-4D58-A058-C9FE6D831A7F}" presName="spaceBetweenRectangles" presStyleCnt="0"/>
      <dgm:spPr/>
    </dgm:pt>
    <dgm:pt modelId="{084B01AD-AC46-415E-8855-0AAEA1F417DF}" type="pres">
      <dgm:prSet presAssocID="{CBF706B5-F630-417D-9E18-0A41D716F097}" presName="parentLin" presStyleCnt="0"/>
      <dgm:spPr/>
    </dgm:pt>
    <dgm:pt modelId="{1A182F62-DDA6-44D4-90BA-213A1D45E73E}" type="pres">
      <dgm:prSet presAssocID="{CBF706B5-F630-417D-9E18-0A41D716F097}" presName="parentLeftMargin" presStyleLbl="node1" presStyleIdx="1" presStyleCnt="5" custScaleX="51373"/>
      <dgm:spPr/>
      <dgm:t>
        <a:bodyPr/>
        <a:lstStyle/>
        <a:p>
          <a:endParaRPr lang="en-US"/>
        </a:p>
      </dgm:t>
    </dgm:pt>
    <dgm:pt modelId="{A20AA3F8-CF2B-48B8-8641-B163CD364F69}" type="pres">
      <dgm:prSet presAssocID="{CBF706B5-F630-417D-9E18-0A41D716F097}" presName="parentText" presStyleLbl="node1" presStyleIdx="2" presStyleCnt="5" custScaleX="44977" custLinFactNeighborX="56751" custLinFactNeighborY="9316">
        <dgm:presLayoutVars>
          <dgm:chMax val="0"/>
          <dgm:bulletEnabled val="1"/>
        </dgm:presLayoutVars>
      </dgm:prSet>
      <dgm:spPr/>
      <dgm:t>
        <a:bodyPr/>
        <a:lstStyle/>
        <a:p>
          <a:endParaRPr lang="en-US"/>
        </a:p>
      </dgm:t>
    </dgm:pt>
    <dgm:pt modelId="{53C6ABDD-82BE-469D-92AE-D9C62341BBD6}" type="pres">
      <dgm:prSet presAssocID="{CBF706B5-F630-417D-9E18-0A41D716F097}" presName="negativeSpace" presStyleCnt="0"/>
      <dgm:spPr/>
    </dgm:pt>
    <dgm:pt modelId="{0FB4987F-DF14-4B31-97E9-54F8D13FB074}" type="pres">
      <dgm:prSet presAssocID="{CBF706B5-F630-417D-9E18-0A41D716F097}" presName="childText" presStyleLbl="conFgAcc1" presStyleIdx="2" presStyleCnt="5" custScaleY="139056">
        <dgm:presLayoutVars>
          <dgm:bulletEnabled val="1"/>
        </dgm:presLayoutVars>
      </dgm:prSet>
      <dgm:spPr/>
    </dgm:pt>
    <dgm:pt modelId="{0A186DEE-EF02-4CCF-9492-6C1045B4D73D}" type="pres">
      <dgm:prSet presAssocID="{96D0DBE3-FE39-4C86-B19D-6BCF301CAF57}" presName="spaceBetweenRectangles" presStyleCnt="0"/>
      <dgm:spPr/>
    </dgm:pt>
    <dgm:pt modelId="{69BD2A47-DF2E-40F6-BF4B-78551D699C14}" type="pres">
      <dgm:prSet presAssocID="{D364A6F5-4C88-4987-ACD3-90345DF508D4}" presName="parentLin" presStyleCnt="0"/>
      <dgm:spPr/>
    </dgm:pt>
    <dgm:pt modelId="{5C83D25B-5552-4AD6-AC28-D548CD8BD136}" type="pres">
      <dgm:prSet presAssocID="{D364A6F5-4C88-4987-ACD3-90345DF508D4}" presName="parentLeftMargin" presStyleLbl="node1" presStyleIdx="2" presStyleCnt="5"/>
      <dgm:spPr/>
      <dgm:t>
        <a:bodyPr/>
        <a:lstStyle/>
        <a:p>
          <a:endParaRPr lang="en-US"/>
        </a:p>
      </dgm:t>
    </dgm:pt>
    <dgm:pt modelId="{463A57BD-B9AE-4824-8AEC-082458E5ECA5}" type="pres">
      <dgm:prSet presAssocID="{D364A6F5-4C88-4987-ACD3-90345DF508D4}" presName="parentText" presStyleLbl="node1" presStyleIdx="3" presStyleCnt="5" custScaleX="54412">
        <dgm:presLayoutVars>
          <dgm:chMax val="0"/>
          <dgm:bulletEnabled val="1"/>
        </dgm:presLayoutVars>
      </dgm:prSet>
      <dgm:spPr/>
      <dgm:t>
        <a:bodyPr/>
        <a:lstStyle/>
        <a:p>
          <a:endParaRPr lang="en-US"/>
        </a:p>
      </dgm:t>
    </dgm:pt>
    <dgm:pt modelId="{E34BA383-5645-4499-AF43-E86E3B39E29A}" type="pres">
      <dgm:prSet presAssocID="{D364A6F5-4C88-4987-ACD3-90345DF508D4}" presName="negativeSpace" presStyleCnt="0"/>
      <dgm:spPr/>
    </dgm:pt>
    <dgm:pt modelId="{505BA574-148D-43A8-AF3D-E97AA253EF64}" type="pres">
      <dgm:prSet presAssocID="{D364A6F5-4C88-4987-ACD3-90345DF508D4}" presName="childText" presStyleLbl="conFgAcc1" presStyleIdx="3" presStyleCnt="5" custScaleY="134544">
        <dgm:presLayoutVars>
          <dgm:bulletEnabled val="1"/>
        </dgm:presLayoutVars>
      </dgm:prSet>
      <dgm:spPr/>
    </dgm:pt>
    <dgm:pt modelId="{C6960F82-07F4-4150-A581-8DA3783F53A6}" type="pres">
      <dgm:prSet presAssocID="{1F471AE9-B004-412F-88D1-44F34CD84509}" presName="spaceBetweenRectangles" presStyleCnt="0"/>
      <dgm:spPr/>
    </dgm:pt>
    <dgm:pt modelId="{4E7EC1F1-7F25-41C1-AAE3-69289C7E8B35}" type="pres">
      <dgm:prSet presAssocID="{83ABC3D3-D826-4AB1-B801-B76D27A57E72}" presName="parentLin" presStyleCnt="0"/>
      <dgm:spPr/>
    </dgm:pt>
    <dgm:pt modelId="{AE278FDB-AF2C-47C6-AAD7-4E131010B5C6}" type="pres">
      <dgm:prSet presAssocID="{83ABC3D3-D826-4AB1-B801-B76D27A57E72}" presName="parentLeftMargin" presStyleLbl="node1" presStyleIdx="3" presStyleCnt="5" custScaleX="54412"/>
      <dgm:spPr/>
      <dgm:t>
        <a:bodyPr/>
        <a:lstStyle/>
        <a:p>
          <a:endParaRPr lang="en-US"/>
        </a:p>
      </dgm:t>
    </dgm:pt>
    <dgm:pt modelId="{992B3BB9-F94B-4E43-8772-AD5856FE15A2}" type="pres">
      <dgm:prSet presAssocID="{83ABC3D3-D826-4AB1-B801-B76D27A57E72}" presName="parentText" presStyleLbl="node1" presStyleIdx="4" presStyleCnt="5" custScaleX="48905" custLinFactNeighborX="32758" custLinFactNeighborY="-6445">
        <dgm:presLayoutVars>
          <dgm:chMax val="0"/>
          <dgm:bulletEnabled val="1"/>
        </dgm:presLayoutVars>
      </dgm:prSet>
      <dgm:spPr/>
      <dgm:t>
        <a:bodyPr/>
        <a:lstStyle/>
        <a:p>
          <a:endParaRPr lang="en-US"/>
        </a:p>
      </dgm:t>
    </dgm:pt>
    <dgm:pt modelId="{FC214F29-2AC5-4C43-91F3-C09F19CDD7CE}" type="pres">
      <dgm:prSet presAssocID="{83ABC3D3-D826-4AB1-B801-B76D27A57E72}" presName="negativeSpace" presStyleCnt="0"/>
      <dgm:spPr/>
    </dgm:pt>
    <dgm:pt modelId="{690D0505-1677-4BF8-BF06-C57203FAB89B}" type="pres">
      <dgm:prSet presAssocID="{83ABC3D3-D826-4AB1-B801-B76D27A57E72}" presName="childText" presStyleLbl="conFgAcc1" presStyleIdx="4" presStyleCnt="5" custScaleY="133344">
        <dgm:presLayoutVars>
          <dgm:bulletEnabled val="1"/>
        </dgm:presLayoutVars>
      </dgm:prSet>
      <dgm:spPr/>
    </dgm:pt>
  </dgm:ptLst>
  <dgm:cxnLst>
    <dgm:cxn modelId="{E2582D1D-7E35-43FF-A1B0-CD1D6D7F11E4}" type="presOf" srcId="{B622B8C4-3F17-4169-99F1-DEE82D8C8956}" destId="{35BD9EE8-AC07-4DE9-980C-6D7944FA5D18}" srcOrd="0" destOrd="0" presId="urn:microsoft.com/office/officeart/2005/8/layout/list1"/>
    <dgm:cxn modelId="{72E6611E-EEF5-4B11-8FCA-0982D21E6F1A}" type="presOf" srcId="{FF0780B5-7E58-48B5-862E-8060CC58E0BF}" destId="{52DCC5D2-DDCB-4EA2-ACBC-A00FBD626A0E}" srcOrd="1" destOrd="0" presId="urn:microsoft.com/office/officeart/2005/8/layout/list1"/>
    <dgm:cxn modelId="{774B2AE8-38C3-476E-9BC9-6ABCFFACAF77}" srcId="{2432AC9A-B57F-4DA2-9E0B-DF515D34F53E}" destId="{CBF706B5-F630-417D-9E18-0A41D716F097}" srcOrd="2" destOrd="0" parTransId="{6F3E38D3-0D1A-43EC-B717-8DFE7EC766B5}" sibTransId="{96D0DBE3-FE39-4C86-B19D-6BCF301CAF57}"/>
    <dgm:cxn modelId="{994D3306-7ECF-49FA-997F-51A37EA2CBCE}" srcId="{2432AC9A-B57F-4DA2-9E0B-DF515D34F53E}" destId="{D364A6F5-4C88-4987-ACD3-90345DF508D4}" srcOrd="3" destOrd="0" parTransId="{D9B557EF-C9EF-4366-8A94-586414040EE5}" sibTransId="{1F471AE9-B004-412F-88D1-44F34CD84509}"/>
    <dgm:cxn modelId="{36D01FFC-85FF-40D6-B62F-FA6E9CA34CD2}" type="presOf" srcId="{2432AC9A-B57F-4DA2-9E0B-DF515D34F53E}" destId="{900A19AE-0088-4444-8494-EE3A6DA613BC}" srcOrd="0" destOrd="0" presId="urn:microsoft.com/office/officeart/2005/8/layout/list1"/>
    <dgm:cxn modelId="{9A7E5959-7919-4D47-ADF7-D8B12190506B}" type="presOf" srcId="{CBF706B5-F630-417D-9E18-0A41D716F097}" destId="{A20AA3F8-CF2B-48B8-8641-B163CD364F69}" srcOrd="1" destOrd="0" presId="urn:microsoft.com/office/officeart/2005/8/layout/list1"/>
    <dgm:cxn modelId="{7D3F1D07-ADDF-4581-B4D2-CB628E9A992D}" type="presOf" srcId="{83ABC3D3-D826-4AB1-B801-B76D27A57E72}" destId="{992B3BB9-F94B-4E43-8772-AD5856FE15A2}" srcOrd="1" destOrd="0" presId="urn:microsoft.com/office/officeart/2005/8/layout/list1"/>
    <dgm:cxn modelId="{F0E10422-2105-44C3-9D51-C7E4FAB5A08C}" type="presOf" srcId="{FF0780B5-7E58-48B5-862E-8060CC58E0BF}" destId="{D6B4CFCE-A441-4F2A-BC7B-CAC9288A45EA}" srcOrd="0" destOrd="0" presId="urn:microsoft.com/office/officeart/2005/8/layout/list1"/>
    <dgm:cxn modelId="{AD7949C9-8FB3-476B-9A07-FE607B265B40}" srcId="{2432AC9A-B57F-4DA2-9E0B-DF515D34F53E}" destId="{83ABC3D3-D826-4AB1-B801-B76D27A57E72}" srcOrd="4" destOrd="0" parTransId="{07F8096E-D0EF-4514-BF3A-BFAB80F94862}" sibTransId="{A0A6508A-ACA9-45A4-99A2-486F743E1F0B}"/>
    <dgm:cxn modelId="{00FA46B8-EFF1-4500-BF53-2937BA7D9185}" srcId="{2432AC9A-B57F-4DA2-9E0B-DF515D34F53E}" destId="{FF0780B5-7E58-48B5-862E-8060CC58E0BF}" srcOrd="0" destOrd="0" parTransId="{B9E9FFC5-462E-4BD2-AEF0-BAABA7C32BFD}" sibTransId="{6A1B5E00-C2FA-4C9A-8F04-A8F7CE6DAFDD}"/>
    <dgm:cxn modelId="{53E8C077-5D40-41CC-A1B6-0CD22484CFBB}" srcId="{2432AC9A-B57F-4DA2-9E0B-DF515D34F53E}" destId="{B622B8C4-3F17-4169-99F1-DEE82D8C8956}" srcOrd="1" destOrd="0" parTransId="{81A04720-FECF-4033-A377-02D22A429B96}" sibTransId="{BB49EE12-6D37-4D58-A058-C9FE6D831A7F}"/>
    <dgm:cxn modelId="{D7321176-4155-4932-9FAC-C98C4543D8E2}" type="presOf" srcId="{83ABC3D3-D826-4AB1-B801-B76D27A57E72}" destId="{AE278FDB-AF2C-47C6-AAD7-4E131010B5C6}" srcOrd="0" destOrd="0" presId="urn:microsoft.com/office/officeart/2005/8/layout/list1"/>
    <dgm:cxn modelId="{8CCF8E7A-CA8E-4343-B238-F3E192B7CBDF}" type="presOf" srcId="{CBF706B5-F630-417D-9E18-0A41D716F097}" destId="{1A182F62-DDA6-44D4-90BA-213A1D45E73E}" srcOrd="0" destOrd="0" presId="urn:microsoft.com/office/officeart/2005/8/layout/list1"/>
    <dgm:cxn modelId="{EE9C5328-7B21-4E23-9A83-689EFAC584B5}" type="presOf" srcId="{D364A6F5-4C88-4987-ACD3-90345DF508D4}" destId="{5C83D25B-5552-4AD6-AC28-D548CD8BD136}" srcOrd="0" destOrd="0" presId="urn:microsoft.com/office/officeart/2005/8/layout/list1"/>
    <dgm:cxn modelId="{B22FCF9D-A80E-443D-B713-D0D5A4BC8116}" type="presOf" srcId="{D364A6F5-4C88-4987-ACD3-90345DF508D4}" destId="{463A57BD-B9AE-4824-8AEC-082458E5ECA5}" srcOrd="1" destOrd="0" presId="urn:microsoft.com/office/officeart/2005/8/layout/list1"/>
    <dgm:cxn modelId="{364B74AE-3358-4FA5-9B58-2D6E24D46C7C}" type="presOf" srcId="{B622B8C4-3F17-4169-99F1-DEE82D8C8956}" destId="{866631C3-3701-4A61-B17C-494982649A8A}" srcOrd="1" destOrd="0" presId="urn:microsoft.com/office/officeart/2005/8/layout/list1"/>
    <dgm:cxn modelId="{00545198-BDB8-4840-8064-1AB75932AEE7}" type="presParOf" srcId="{900A19AE-0088-4444-8494-EE3A6DA613BC}" destId="{0F529C6D-491F-4BC4-A855-D5A63CC43C5C}" srcOrd="0" destOrd="0" presId="urn:microsoft.com/office/officeart/2005/8/layout/list1"/>
    <dgm:cxn modelId="{0E3406EF-08CA-48FA-B105-C298243B91DC}" type="presParOf" srcId="{0F529C6D-491F-4BC4-A855-D5A63CC43C5C}" destId="{D6B4CFCE-A441-4F2A-BC7B-CAC9288A45EA}" srcOrd="0" destOrd="0" presId="urn:microsoft.com/office/officeart/2005/8/layout/list1"/>
    <dgm:cxn modelId="{B0DA1E44-3452-4669-A163-B75276258EBA}" type="presParOf" srcId="{0F529C6D-491F-4BC4-A855-D5A63CC43C5C}" destId="{52DCC5D2-DDCB-4EA2-ACBC-A00FBD626A0E}" srcOrd="1" destOrd="0" presId="urn:microsoft.com/office/officeart/2005/8/layout/list1"/>
    <dgm:cxn modelId="{5A584156-FF70-4ACC-960B-66D9C98DE230}" type="presParOf" srcId="{900A19AE-0088-4444-8494-EE3A6DA613BC}" destId="{F25846E6-97A3-46D1-955F-B79E570352D6}" srcOrd="1" destOrd="0" presId="urn:microsoft.com/office/officeart/2005/8/layout/list1"/>
    <dgm:cxn modelId="{C2198D0B-F4B3-40AD-AD25-5BD350FB3E2F}" type="presParOf" srcId="{900A19AE-0088-4444-8494-EE3A6DA613BC}" destId="{E9AEF84A-A3BC-4480-8B23-FFAC3E71BA5B}" srcOrd="2" destOrd="0" presId="urn:microsoft.com/office/officeart/2005/8/layout/list1"/>
    <dgm:cxn modelId="{94F041D6-3967-4B1D-A732-801F32956242}" type="presParOf" srcId="{900A19AE-0088-4444-8494-EE3A6DA613BC}" destId="{D050C668-60D4-49B3-B9D9-CD561016446C}" srcOrd="3" destOrd="0" presId="urn:microsoft.com/office/officeart/2005/8/layout/list1"/>
    <dgm:cxn modelId="{26BD08E2-2A7C-48F0-AFD4-30052A01FDE7}" type="presParOf" srcId="{900A19AE-0088-4444-8494-EE3A6DA613BC}" destId="{429EEDB0-F313-4761-AB49-CBC1B9DEE560}" srcOrd="4" destOrd="0" presId="urn:microsoft.com/office/officeart/2005/8/layout/list1"/>
    <dgm:cxn modelId="{7F84C036-01BA-4D6B-9A43-1E739583E321}" type="presParOf" srcId="{429EEDB0-F313-4761-AB49-CBC1B9DEE560}" destId="{35BD9EE8-AC07-4DE9-980C-6D7944FA5D18}" srcOrd="0" destOrd="0" presId="urn:microsoft.com/office/officeart/2005/8/layout/list1"/>
    <dgm:cxn modelId="{5889D777-8C49-43AF-B37B-7B02620048E2}" type="presParOf" srcId="{429EEDB0-F313-4761-AB49-CBC1B9DEE560}" destId="{866631C3-3701-4A61-B17C-494982649A8A}" srcOrd="1" destOrd="0" presId="urn:microsoft.com/office/officeart/2005/8/layout/list1"/>
    <dgm:cxn modelId="{1BEACD49-FDF1-438A-AEB5-1C7D2CB52876}" type="presParOf" srcId="{900A19AE-0088-4444-8494-EE3A6DA613BC}" destId="{C318839A-F49F-4AE4-93F6-305BEA816E9E}" srcOrd="5" destOrd="0" presId="urn:microsoft.com/office/officeart/2005/8/layout/list1"/>
    <dgm:cxn modelId="{D3B9699C-F562-4508-BF81-07F22330B26A}" type="presParOf" srcId="{900A19AE-0088-4444-8494-EE3A6DA613BC}" destId="{E3AB0C71-0151-4C0E-BD5E-1D55501F7DD7}" srcOrd="6" destOrd="0" presId="urn:microsoft.com/office/officeart/2005/8/layout/list1"/>
    <dgm:cxn modelId="{783A46A2-8181-4533-8C66-B5D811C46436}" type="presParOf" srcId="{900A19AE-0088-4444-8494-EE3A6DA613BC}" destId="{B84E6598-38CE-4ED0-ACAF-0C81C00C9F0D}" srcOrd="7" destOrd="0" presId="urn:microsoft.com/office/officeart/2005/8/layout/list1"/>
    <dgm:cxn modelId="{A314142C-6196-4FF0-98FC-EE72F441A6E1}" type="presParOf" srcId="{900A19AE-0088-4444-8494-EE3A6DA613BC}" destId="{084B01AD-AC46-415E-8855-0AAEA1F417DF}" srcOrd="8" destOrd="0" presId="urn:microsoft.com/office/officeart/2005/8/layout/list1"/>
    <dgm:cxn modelId="{EF1E8592-A8CA-437B-BE1C-AF480D1591B5}" type="presParOf" srcId="{084B01AD-AC46-415E-8855-0AAEA1F417DF}" destId="{1A182F62-DDA6-44D4-90BA-213A1D45E73E}" srcOrd="0" destOrd="0" presId="urn:microsoft.com/office/officeart/2005/8/layout/list1"/>
    <dgm:cxn modelId="{D12E63B4-CCD2-44E9-87D4-506F31F2CA02}" type="presParOf" srcId="{084B01AD-AC46-415E-8855-0AAEA1F417DF}" destId="{A20AA3F8-CF2B-48B8-8641-B163CD364F69}" srcOrd="1" destOrd="0" presId="urn:microsoft.com/office/officeart/2005/8/layout/list1"/>
    <dgm:cxn modelId="{22DDFDD5-D01D-469E-B47B-1774537AFAE2}" type="presParOf" srcId="{900A19AE-0088-4444-8494-EE3A6DA613BC}" destId="{53C6ABDD-82BE-469D-92AE-D9C62341BBD6}" srcOrd="9" destOrd="0" presId="urn:microsoft.com/office/officeart/2005/8/layout/list1"/>
    <dgm:cxn modelId="{CDBEB531-4B2E-4E73-876B-589DB14923C0}" type="presParOf" srcId="{900A19AE-0088-4444-8494-EE3A6DA613BC}" destId="{0FB4987F-DF14-4B31-97E9-54F8D13FB074}" srcOrd="10" destOrd="0" presId="urn:microsoft.com/office/officeart/2005/8/layout/list1"/>
    <dgm:cxn modelId="{F1556936-0F44-4A99-AA5E-C6B9FC61E73F}" type="presParOf" srcId="{900A19AE-0088-4444-8494-EE3A6DA613BC}" destId="{0A186DEE-EF02-4CCF-9492-6C1045B4D73D}" srcOrd="11" destOrd="0" presId="urn:microsoft.com/office/officeart/2005/8/layout/list1"/>
    <dgm:cxn modelId="{38642210-4526-4EC2-AC6B-44BEE693CF88}" type="presParOf" srcId="{900A19AE-0088-4444-8494-EE3A6DA613BC}" destId="{69BD2A47-DF2E-40F6-BF4B-78551D699C14}" srcOrd="12" destOrd="0" presId="urn:microsoft.com/office/officeart/2005/8/layout/list1"/>
    <dgm:cxn modelId="{20FFF733-5826-4C57-AF8C-0168A882EED9}" type="presParOf" srcId="{69BD2A47-DF2E-40F6-BF4B-78551D699C14}" destId="{5C83D25B-5552-4AD6-AC28-D548CD8BD136}" srcOrd="0" destOrd="0" presId="urn:microsoft.com/office/officeart/2005/8/layout/list1"/>
    <dgm:cxn modelId="{98D93DC2-3670-4719-B63E-B7C21279A910}" type="presParOf" srcId="{69BD2A47-DF2E-40F6-BF4B-78551D699C14}" destId="{463A57BD-B9AE-4824-8AEC-082458E5ECA5}" srcOrd="1" destOrd="0" presId="urn:microsoft.com/office/officeart/2005/8/layout/list1"/>
    <dgm:cxn modelId="{B50F81D4-5E9B-430C-96A9-4DE30D4041B1}" type="presParOf" srcId="{900A19AE-0088-4444-8494-EE3A6DA613BC}" destId="{E34BA383-5645-4499-AF43-E86E3B39E29A}" srcOrd="13" destOrd="0" presId="urn:microsoft.com/office/officeart/2005/8/layout/list1"/>
    <dgm:cxn modelId="{6FAA90F2-164B-4925-A431-E9F1369881BC}" type="presParOf" srcId="{900A19AE-0088-4444-8494-EE3A6DA613BC}" destId="{505BA574-148D-43A8-AF3D-E97AA253EF64}" srcOrd="14" destOrd="0" presId="urn:microsoft.com/office/officeart/2005/8/layout/list1"/>
    <dgm:cxn modelId="{B6A15A2E-E83D-4472-9D98-F1BF9798B68B}" type="presParOf" srcId="{900A19AE-0088-4444-8494-EE3A6DA613BC}" destId="{C6960F82-07F4-4150-A581-8DA3783F53A6}" srcOrd="15" destOrd="0" presId="urn:microsoft.com/office/officeart/2005/8/layout/list1"/>
    <dgm:cxn modelId="{EBE2D71D-79C6-4839-B120-5FBD6EBC7143}" type="presParOf" srcId="{900A19AE-0088-4444-8494-EE3A6DA613BC}" destId="{4E7EC1F1-7F25-41C1-AAE3-69289C7E8B35}" srcOrd="16" destOrd="0" presId="urn:microsoft.com/office/officeart/2005/8/layout/list1"/>
    <dgm:cxn modelId="{4AFA6CBD-98DC-4AD0-8C11-D1B7A57FFE91}" type="presParOf" srcId="{4E7EC1F1-7F25-41C1-AAE3-69289C7E8B35}" destId="{AE278FDB-AF2C-47C6-AAD7-4E131010B5C6}" srcOrd="0" destOrd="0" presId="urn:microsoft.com/office/officeart/2005/8/layout/list1"/>
    <dgm:cxn modelId="{7A04E726-D094-48A3-9347-94CE5167E63E}" type="presParOf" srcId="{4E7EC1F1-7F25-41C1-AAE3-69289C7E8B35}" destId="{992B3BB9-F94B-4E43-8772-AD5856FE15A2}" srcOrd="1" destOrd="0" presId="urn:microsoft.com/office/officeart/2005/8/layout/list1"/>
    <dgm:cxn modelId="{DD1D09BA-5D5A-4962-9112-B63AFECE79DD}" type="presParOf" srcId="{900A19AE-0088-4444-8494-EE3A6DA613BC}" destId="{FC214F29-2AC5-4C43-91F3-C09F19CDD7CE}" srcOrd="17" destOrd="0" presId="urn:microsoft.com/office/officeart/2005/8/layout/list1"/>
    <dgm:cxn modelId="{24CB222B-41CC-4A9C-9B85-EA59C2C70169}" type="presParOf" srcId="{900A19AE-0088-4444-8494-EE3A6DA613BC}" destId="{690D0505-1677-4BF8-BF06-C57203FAB89B}"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908209D-D3C4-4C19-8404-135D71109B4D}" type="doc">
      <dgm:prSet loTypeId="urn:diagrams.loki3.com/VaryingWidthList" loCatId="list" qsTypeId="urn:microsoft.com/office/officeart/2005/8/quickstyle/simple3" qsCatId="simple" csTypeId="urn:microsoft.com/office/officeart/2005/8/colors/accent1_2" csCatId="accent1" phldr="1"/>
      <dgm:spPr/>
      <dgm:t>
        <a:bodyPr/>
        <a:lstStyle/>
        <a:p>
          <a:endParaRPr lang="en-US"/>
        </a:p>
      </dgm:t>
    </dgm:pt>
    <dgm:pt modelId="{A57DFB06-4FAE-4DD5-B8C6-EC147B8DBEF7}">
      <dgm:prSet phldrT="[Text]" custT="1">
        <dgm:style>
          <a:lnRef idx="2">
            <a:schemeClr val="accent1"/>
          </a:lnRef>
          <a:fillRef idx="1">
            <a:schemeClr val="lt1"/>
          </a:fillRef>
          <a:effectRef idx="0">
            <a:schemeClr val="accent1"/>
          </a:effectRef>
          <a:fontRef idx="minor">
            <a:schemeClr val="dk1"/>
          </a:fontRef>
        </dgm:style>
      </dgm:prSet>
      <dgm:spPr/>
      <dgm:t>
        <a:bodyPr/>
        <a:lstStyle/>
        <a:p>
          <a:pPr algn="l"/>
          <a:r>
            <a:rPr lang="en-US" sz="2400" b="1" dirty="0" smtClean="0">
              <a:solidFill>
                <a:srgbClr val="C00000"/>
              </a:solidFill>
              <a:latin typeface="Times New Roman" panose="02020603050405020304" pitchFamily="18" charset="0"/>
              <a:ea typeface="Geist Bold" pitchFamily="34" charset="-122"/>
              <a:cs typeface="Times New Roman" panose="02020603050405020304" pitchFamily="18" charset="0"/>
            </a:rPr>
            <a:t>01- User Authentication &amp; Profile Management</a:t>
          </a:r>
          <a:endParaRPr lang="en-US" sz="2400" dirty="0">
            <a:solidFill>
              <a:srgbClr val="C00000"/>
            </a:solidFill>
            <a:latin typeface="Times New Roman" panose="02020603050405020304" pitchFamily="18" charset="0"/>
            <a:cs typeface="Times New Roman" panose="02020603050405020304" pitchFamily="18" charset="0"/>
          </a:endParaRPr>
        </a:p>
      </dgm:t>
    </dgm:pt>
    <dgm:pt modelId="{2515893A-CF83-4E84-AA68-800E05DFAE18}" type="parTrans" cxnId="{FB46272C-537D-4C06-9696-D03F9809C83C}">
      <dgm:prSet/>
      <dgm:spPr/>
      <dgm:t>
        <a:bodyPr/>
        <a:lstStyle/>
        <a:p>
          <a:endParaRPr lang="en-US"/>
        </a:p>
      </dgm:t>
    </dgm:pt>
    <dgm:pt modelId="{9960C968-62F3-47E9-AAA7-9C0A8D591255}" type="sibTrans" cxnId="{FB46272C-537D-4C06-9696-D03F9809C83C}">
      <dgm:prSet/>
      <dgm:spPr/>
      <dgm:t>
        <a:bodyPr/>
        <a:lstStyle/>
        <a:p>
          <a:endParaRPr lang="en-US"/>
        </a:p>
      </dgm:t>
    </dgm:pt>
    <dgm:pt modelId="{B3343957-C904-4F04-BCB8-0E4EFDE85065}">
      <dgm:prSet phldrT="[Text]" custT="1">
        <dgm:style>
          <a:lnRef idx="2">
            <a:schemeClr val="accent1"/>
          </a:lnRef>
          <a:fillRef idx="1">
            <a:schemeClr val="lt1"/>
          </a:fillRef>
          <a:effectRef idx="0">
            <a:schemeClr val="accent1"/>
          </a:effectRef>
          <a:fontRef idx="minor">
            <a:schemeClr val="dk1"/>
          </a:fontRef>
        </dgm:style>
      </dgm:prSet>
      <dgm:spPr/>
      <dgm:t>
        <a:bodyPr/>
        <a:lstStyle/>
        <a:p>
          <a:pPr algn="l"/>
          <a:r>
            <a:rPr lang="en-US" sz="2400" b="1" dirty="0" smtClean="0">
              <a:solidFill>
                <a:srgbClr val="C00000"/>
              </a:solidFill>
              <a:latin typeface="Times New Roman" panose="02020603050405020304" pitchFamily="18" charset="0"/>
              <a:ea typeface="Geist Bold" pitchFamily="34" charset="-122"/>
              <a:cs typeface="Times New Roman" panose="02020603050405020304" pitchFamily="18" charset="0"/>
            </a:rPr>
            <a:t>02- User Intent &amp; Guest Analyzer</a:t>
          </a:r>
          <a:endParaRPr lang="en-US" sz="2400" dirty="0">
            <a:solidFill>
              <a:srgbClr val="C00000"/>
            </a:solidFill>
            <a:latin typeface="Times New Roman" panose="02020603050405020304" pitchFamily="18" charset="0"/>
            <a:cs typeface="Times New Roman" panose="02020603050405020304" pitchFamily="18" charset="0"/>
          </a:endParaRPr>
        </a:p>
      </dgm:t>
    </dgm:pt>
    <dgm:pt modelId="{970802C6-0C25-4883-92DD-39D1020609EE}" type="parTrans" cxnId="{D17517C5-628B-4172-80E6-BA2B8AFBFC50}">
      <dgm:prSet/>
      <dgm:spPr/>
      <dgm:t>
        <a:bodyPr/>
        <a:lstStyle/>
        <a:p>
          <a:endParaRPr lang="en-US"/>
        </a:p>
      </dgm:t>
    </dgm:pt>
    <dgm:pt modelId="{4B624A4D-C14E-440A-A290-844A202B0474}" type="sibTrans" cxnId="{D17517C5-628B-4172-80E6-BA2B8AFBFC50}">
      <dgm:prSet/>
      <dgm:spPr/>
      <dgm:t>
        <a:bodyPr/>
        <a:lstStyle/>
        <a:p>
          <a:endParaRPr lang="en-US"/>
        </a:p>
      </dgm:t>
    </dgm:pt>
    <dgm:pt modelId="{6A7EDDD0-3A48-4F31-9DF9-F0946C54D68F}">
      <dgm:prSet phldrT="[Text]" custT="1">
        <dgm:style>
          <a:lnRef idx="2">
            <a:schemeClr val="accent1"/>
          </a:lnRef>
          <a:fillRef idx="1">
            <a:schemeClr val="lt1"/>
          </a:fillRef>
          <a:effectRef idx="0">
            <a:schemeClr val="accent1"/>
          </a:effectRef>
          <a:fontRef idx="minor">
            <a:schemeClr val="dk1"/>
          </a:fontRef>
        </dgm:style>
      </dgm:prSet>
      <dgm:spPr/>
      <dgm:t>
        <a:bodyPr/>
        <a:lstStyle/>
        <a:p>
          <a:pPr algn="l"/>
          <a:r>
            <a:rPr lang="en-US" sz="2400" b="1" dirty="0" smtClean="0">
              <a:solidFill>
                <a:srgbClr val="C00000"/>
              </a:solidFill>
              <a:latin typeface="Times New Roman" panose="02020603050405020304" pitchFamily="18" charset="0"/>
              <a:ea typeface="Geist Bold" pitchFamily="34" charset="-122"/>
              <a:cs typeface="Times New Roman" panose="02020603050405020304" pitchFamily="18" charset="0"/>
            </a:rPr>
            <a:t>05- Hook &amp; Intro Suggestion Agent</a:t>
          </a:r>
          <a:endParaRPr lang="en-US" sz="2400" dirty="0">
            <a:solidFill>
              <a:srgbClr val="C00000"/>
            </a:solidFill>
            <a:latin typeface="Times New Roman" panose="02020603050405020304" pitchFamily="18" charset="0"/>
            <a:cs typeface="Times New Roman" panose="02020603050405020304" pitchFamily="18" charset="0"/>
          </a:endParaRPr>
        </a:p>
      </dgm:t>
    </dgm:pt>
    <dgm:pt modelId="{270037F7-693E-4408-AEFB-C2C8E3C19F77}" type="parTrans" cxnId="{6202E9DF-94D2-4352-90F5-36EAAE00D51C}">
      <dgm:prSet/>
      <dgm:spPr/>
      <dgm:t>
        <a:bodyPr/>
        <a:lstStyle/>
        <a:p>
          <a:endParaRPr lang="en-US"/>
        </a:p>
      </dgm:t>
    </dgm:pt>
    <dgm:pt modelId="{8F1F396C-DAEE-4AF5-A3DE-D6FF6FA8933B}" type="sibTrans" cxnId="{6202E9DF-94D2-4352-90F5-36EAAE00D51C}">
      <dgm:prSet/>
      <dgm:spPr/>
      <dgm:t>
        <a:bodyPr/>
        <a:lstStyle/>
        <a:p>
          <a:endParaRPr lang="en-US"/>
        </a:p>
      </dgm:t>
    </dgm:pt>
    <dgm:pt modelId="{33153C32-8139-4C73-B9BA-A3C665CDF850}">
      <dgm:prSet phldrT="[Text]" custT="1">
        <dgm:style>
          <a:lnRef idx="2">
            <a:schemeClr val="accent1"/>
          </a:lnRef>
          <a:fillRef idx="1">
            <a:schemeClr val="lt1"/>
          </a:fillRef>
          <a:effectRef idx="0">
            <a:schemeClr val="accent1"/>
          </a:effectRef>
          <a:fontRef idx="minor">
            <a:schemeClr val="dk1"/>
          </a:fontRef>
        </dgm:style>
      </dgm:prSet>
      <dgm:spPr/>
      <dgm:t>
        <a:bodyPr/>
        <a:lstStyle/>
        <a:p>
          <a:pPr algn="l"/>
          <a:r>
            <a:rPr lang="en-US" sz="2400" b="1" dirty="0" smtClean="0">
              <a:solidFill>
                <a:srgbClr val="C00000"/>
              </a:solidFill>
              <a:latin typeface="Times New Roman" panose="02020603050405020304" pitchFamily="18" charset="0"/>
              <a:ea typeface="Geist Bold" pitchFamily="34" charset="-122"/>
              <a:cs typeface="Times New Roman" panose="02020603050405020304" pitchFamily="18" charset="0"/>
            </a:rPr>
            <a:t>03- Topic Research Agent</a:t>
          </a:r>
          <a:endParaRPr lang="en-US" sz="4600" dirty="0">
            <a:solidFill>
              <a:srgbClr val="C00000"/>
            </a:solidFill>
            <a:latin typeface="Times New Roman" panose="02020603050405020304" pitchFamily="18" charset="0"/>
            <a:cs typeface="Times New Roman" panose="02020603050405020304" pitchFamily="18" charset="0"/>
          </a:endParaRPr>
        </a:p>
      </dgm:t>
    </dgm:pt>
    <dgm:pt modelId="{4C93966A-E806-4187-828F-E4413CD05D85}" type="parTrans" cxnId="{9F5E5717-FD62-4ECE-B459-81E5FFD03A5E}">
      <dgm:prSet/>
      <dgm:spPr/>
      <dgm:t>
        <a:bodyPr/>
        <a:lstStyle/>
        <a:p>
          <a:endParaRPr lang="en-US"/>
        </a:p>
      </dgm:t>
    </dgm:pt>
    <dgm:pt modelId="{5F0B688B-2EC3-402A-B1A4-ECA6F8E83669}" type="sibTrans" cxnId="{9F5E5717-FD62-4ECE-B459-81E5FFD03A5E}">
      <dgm:prSet/>
      <dgm:spPr/>
      <dgm:t>
        <a:bodyPr/>
        <a:lstStyle/>
        <a:p>
          <a:endParaRPr lang="en-US"/>
        </a:p>
      </dgm:t>
    </dgm:pt>
    <dgm:pt modelId="{954556B5-DA6A-4848-A71E-E01D89B50CC4}">
      <dgm:prSet phldrT="[Text]" custT="1">
        <dgm:style>
          <a:lnRef idx="2">
            <a:schemeClr val="accent1"/>
          </a:lnRef>
          <a:fillRef idx="1">
            <a:schemeClr val="lt1"/>
          </a:fillRef>
          <a:effectRef idx="0">
            <a:schemeClr val="accent1"/>
          </a:effectRef>
          <a:fontRef idx="minor">
            <a:schemeClr val="dk1"/>
          </a:fontRef>
        </dgm:style>
      </dgm:prSet>
      <dgm:spPr/>
      <dgm:t>
        <a:bodyPr/>
        <a:lstStyle/>
        <a:p>
          <a:pPr algn="l"/>
          <a:r>
            <a:rPr lang="en-US" sz="2400" b="1" dirty="0" smtClean="0">
              <a:solidFill>
                <a:srgbClr val="C00000"/>
              </a:solidFill>
              <a:latin typeface="Times New Roman" panose="02020603050405020304" pitchFamily="18" charset="0"/>
              <a:ea typeface="Geist Bold" pitchFamily="34" charset="-122"/>
              <a:cs typeface="Times New Roman" panose="02020603050405020304" pitchFamily="18" charset="0"/>
            </a:rPr>
            <a:t>04- Question and Timestamp Generator</a:t>
          </a:r>
          <a:endParaRPr lang="en-US" sz="2400" dirty="0">
            <a:solidFill>
              <a:srgbClr val="C00000"/>
            </a:solidFill>
            <a:latin typeface="Times New Roman" panose="02020603050405020304" pitchFamily="18" charset="0"/>
            <a:cs typeface="Times New Roman" panose="02020603050405020304" pitchFamily="18" charset="0"/>
          </a:endParaRPr>
        </a:p>
      </dgm:t>
    </dgm:pt>
    <dgm:pt modelId="{13E686D7-7B7E-4DE2-ABF1-84ED83A1EE42}" type="parTrans" cxnId="{6769AA6B-73EC-4E3C-986B-97FF99B1C7AC}">
      <dgm:prSet/>
      <dgm:spPr/>
      <dgm:t>
        <a:bodyPr/>
        <a:lstStyle/>
        <a:p>
          <a:endParaRPr lang="en-US"/>
        </a:p>
      </dgm:t>
    </dgm:pt>
    <dgm:pt modelId="{D48AECD4-CFA9-4777-82E3-CC73DE964ECE}" type="sibTrans" cxnId="{6769AA6B-73EC-4E3C-986B-97FF99B1C7AC}">
      <dgm:prSet/>
      <dgm:spPr/>
      <dgm:t>
        <a:bodyPr/>
        <a:lstStyle/>
        <a:p>
          <a:endParaRPr lang="en-US"/>
        </a:p>
      </dgm:t>
    </dgm:pt>
    <dgm:pt modelId="{0103265B-9230-4DAD-986F-37F92819A4F8}">
      <dgm:prSet phldrT="[Text]" custT="1">
        <dgm:style>
          <a:lnRef idx="2">
            <a:schemeClr val="accent1"/>
          </a:lnRef>
          <a:fillRef idx="1">
            <a:schemeClr val="lt1"/>
          </a:fillRef>
          <a:effectRef idx="0">
            <a:schemeClr val="accent1"/>
          </a:effectRef>
          <a:fontRef idx="minor">
            <a:schemeClr val="dk1"/>
          </a:fontRef>
        </dgm:style>
      </dgm:prSet>
      <dgm:spPr/>
      <dgm:t>
        <a:bodyPr/>
        <a:lstStyle/>
        <a:p>
          <a:pPr algn="l"/>
          <a:r>
            <a:rPr lang="en-US" sz="2400" b="1" dirty="0" smtClean="0">
              <a:solidFill>
                <a:srgbClr val="C00000"/>
              </a:solidFill>
              <a:latin typeface="Times New Roman" panose="02020603050405020304" pitchFamily="18" charset="0"/>
              <a:ea typeface="Geist Bold" pitchFamily="34" charset="-122"/>
              <a:cs typeface="Times New Roman" panose="02020603050405020304" pitchFamily="18" charset="0"/>
            </a:rPr>
            <a:t>06- Episode Outline Planner</a:t>
          </a:r>
          <a:endParaRPr lang="en-US" sz="2400" dirty="0">
            <a:solidFill>
              <a:srgbClr val="C00000"/>
            </a:solidFill>
            <a:latin typeface="Times New Roman" panose="02020603050405020304" pitchFamily="18" charset="0"/>
            <a:cs typeface="Times New Roman" panose="02020603050405020304" pitchFamily="18" charset="0"/>
          </a:endParaRPr>
        </a:p>
      </dgm:t>
    </dgm:pt>
    <dgm:pt modelId="{549D83C1-FEB4-42D2-9F94-98C701169CF2}" type="parTrans" cxnId="{1F97E761-BD93-4255-A499-CB05334C129B}">
      <dgm:prSet/>
      <dgm:spPr/>
      <dgm:t>
        <a:bodyPr/>
        <a:lstStyle/>
        <a:p>
          <a:endParaRPr lang="en-US"/>
        </a:p>
      </dgm:t>
    </dgm:pt>
    <dgm:pt modelId="{7AEF88FD-36B0-4B89-8CF0-A31D6CF2C7E9}" type="sibTrans" cxnId="{1F97E761-BD93-4255-A499-CB05334C129B}">
      <dgm:prSet/>
      <dgm:spPr/>
      <dgm:t>
        <a:bodyPr/>
        <a:lstStyle/>
        <a:p>
          <a:endParaRPr lang="en-US"/>
        </a:p>
      </dgm:t>
    </dgm:pt>
    <dgm:pt modelId="{A301C4D9-FC2F-4600-A6A1-B9F0133EDCE4}" type="pres">
      <dgm:prSet presAssocID="{7908209D-D3C4-4C19-8404-135D71109B4D}" presName="Name0" presStyleCnt="0">
        <dgm:presLayoutVars>
          <dgm:resizeHandles/>
        </dgm:presLayoutVars>
      </dgm:prSet>
      <dgm:spPr/>
      <dgm:t>
        <a:bodyPr/>
        <a:lstStyle/>
        <a:p>
          <a:endParaRPr lang="en-US"/>
        </a:p>
      </dgm:t>
    </dgm:pt>
    <dgm:pt modelId="{3D68777D-8C84-4D3A-810C-FAD2AA9E099A}" type="pres">
      <dgm:prSet presAssocID="{A57DFB06-4FAE-4DD5-B8C6-EC147B8DBEF7}" presName="text" presStyleLbl="node1" presStyleIdx="0" presStyleCnt="6" custScaleX="313163" custScaleY="33748">
        <dgm:presLayoutVars>
          <dgm:bulletEnabled val="1"/>
        </dgm:presLayoutVars>
      </dgm:prSet>
      <dgm:spPr/>
      <dgm:t>
        <a:bodyPr/>
        <a:lstStyle/>
        <a:p>
          <a:endParaRPr lang="en-US"/>
        </a:p>
      </dgm:t>
    </dgm:pt>
    <dgm:pt modelId="{9AD3C8EF-62C1-4373-921A-23BDC4AD9F38}" type="pres">
      <dgm:prSet presAssocID="{9960C968-62F3-47E9-AAA7-9C0A8D591255}" presName="space" presStyleCnt="0"/>
      <dgm:spPr/>
    </dgm:pt>
    <dgm:pt modelId="{05087977-1D42-44DC-8FD2-84F2761DC154}" type="pres">
      <dgm:prSet presAssocID="{B3343957-C904-4F04-BCB8-0E4EFDE85065}" presName="text" presStyleLbl="node1" presStyleIdx="1" presStyleCnt="6" custScaleX="647556" custScaleY="28796">
        <dgm:presLayoutVars>
          <dgm:bulletEnabled val="1"/>
        </dgm:presLayoutVars>
      </dgm:prSet>
      <dgm:spPr/>
      <dgm:t>
        <a:bodyPr/>
        <a:lstStyle/>
        <a:p>
          <a:endParaRPr lang="en-US"/>
        </a:p>
      </dgm:t>
    </dgm:pt>
    <dgm:pt modelId="{A41EA115-4515-4BBE-B45D-43C3E725D766}" type="pres">
      <dgm:prSet presAssocID="{4B624A4D-C14E-440A-A290-844A202B0474}" presName="space" presStyleCnt="0"/>
      <dgm:spPr/>
    </dgm:pt>
    <dgm:pt modelId="{C3B2DB46-6C2F-4A55-BDD5-32B3004EC1A9}" type="pres">
      <dgm:prSet presAssocID="{33153C32-8139-4C73-B9BA-A3C665CDF850}" presName="text" presStyleLbl="node1" presStyleIdx="2" presStyleCnt="6" custScaleX="647556" custScaleY="28796">
        <dgm:presLayoutVars>
          <dgm:bulletEnabled val="1"/>
        </dgm:presLayoutVars>
      </dgm:prSet>
      <dgm:spPr/>
      <dgm:t>
        <a:bodyPr/>
        <a:lstStyle/>
        <a:p>
          <a:endParaRPr lang="en-US"/>
        </a:p>
      </dgm:t>
    </dgm:pt>
    <dgm:pt modelId="{4E9E09F8-4A4B-48BE-8944-B1C25043FC7C}" type="pres">
      <dgm:prSet presAssocID="{5F0B688B-2EC3-402A-B1A4-ECA6F8E83669}" presName="space" presStyleCnt="0"/>
      <dgm:spPr/>
    </dgm:pt>
    <dgm:pt modelId="{DCD28315-AF71-40C5-A843-F794F5322062}" type="pres">
      <dgm:prSet presAssocID="{954556B5-DA6A-4848-A71E-E01D89B50CC4}" presName="text" presStyleLbl="node1" presStyleIdx="3" presStyleCnt="6" custScaleX="647556" custScaleY="28796">
        <dgm:presLayoutVars>
          <dgm:bulletEnabled val="1"/>
        </dgm:presLayoutVars>
      </dgm:prSet>
      <dgm:spPr/>
      <dgm:t>
        <a:bodyPr/>
        <a:lstStyle/>
        <a:p>
          <a:endParaRPr lang="en-US"/>
        </a:p>
      </dgm:t>
    </dgm:pt>
    <dgm:pt modelId="{A3D41768-9B32-46E2-8BB9-7607F2E73C0E}" type="pres">
      <dgm:prSet presAssocID="{D48AECD4-CFA9-4777-82E3-CC73DE964ECE}" presName="space" presStyleCnt="0"/>
      <dgm:spPr/>
    </dgm:pt>
    <dgm:pt modelId="{7C883962-4C6E-4562-AACB-EDD4C6D0A7C0}" type="pres">
      <dgm:prSet presAssocID="{6A7EDDD0-3A48-4F31-9DF9-F0946C54D68F}" presName="text" presStyleLbl="node1" presStyleIdx="4" presStyleCnt="6" custScaleX="561850" custScaleY="24832">
        <dgm:presLayoutVars>
          <dgm:bulletEnabled val="1"/>
        </dgm:presLayoutVars>
      </dgm:prSet>
      <dgm:spPr/>
      <dgm:t>
        <a:bodyPr/>
        <a:lstStyle/>
        <a:p>
          <a:endParaRPr lang="en-US"/>
        </a:p>
      </dgm:t>
    </dgm:pt>
    <dgm:pt modelId="{97F811A2-5433-4826-B958-E5A3FED23089}" type="pres">
      <dgm:prSet presAssocID="{8F1F396C-DAEE-4AF5-A3DE-D6FF6FA8933B}" presName="space" presStyleCnt="0"/>
      <dgm:spPr/>
    </dgm:pt>
    <dgm:pt modelId="{ADDFE8CD-277B-45D5-9289-EB8CE1386A50}" type="pres">
      <dgm:prSet presAssocID="{0103265B-9230-4DAD-986F-37F92819A4F8}" presName="text" presStyleLbl="node1" presStyleIdx="5" presStyleCnt="6" custScaleX="561850" custScaleY="24832">
        <dgm:presLayoutVars>
          <dgm:bulletEnabled val="1"/>
        </dgm:presLayoutVars>
      </dgm:prSet>
      <dgm:spPr/>
      <dgm:t>
        <a:bodyPr/>
        <a:lstStyle/>
        <a:p>
          <a:endParaRPr lang="en-US"/>
        </a:p>
      </dgm:t>
    </dgm:pt>
  </dgm:ptLst>
  <dgm:cxnLst>
    <dgm:cxn modelId="{1F97E761-BD93-4255-A499-CB05334C129B}" srcId="{7908209D-D3C4-4C19-8404-135D71109B4D}" destId="{0103265B-9230-4DAD-986F-37F92819A4F8}" srcOrd="5" destOrd="0" parTransId="{549D83C1-FEB4-42D2-9F94-98C701169CF2}" sibTransId="{7AEF88FD-36B0-4B89-8CF0-A31D6CF2C7E9}"/>
    <dgm:cxn modelId="{5AD71063-9C7F-4EF5-A4EE-81B12078CFE0}" type="presOf" srcId="{954556B5-DA6A-4848-A71E-E01D89B50CC4}" destId="{DCD28315-AF71-40C5-A843-F794F5322062}" srcOrd="0" destOrd="0" presId="urn:diagrams.loki3.com/VaryingWidthList"/>
    <dgm:cxn modelId="{C7D8A6F0-A3CA-4121-A959-2C51F2171A04}" type="presOf" srcId="{A57DFB06-4FAE-4DD5-B8C6-EC147B8DBEF7}" destId="{3D68777D-8C84-4D3A-810C-FAD2AA9E099A}" srcOrd="0" destOrd="0" presId="urn:diagrams.loki3.com/VaryingWidthList"/>
    <dgm:cxn modelId="{6F2EB53E-3101-4A92-AF20-5C8AA7E7F8C0}" type="presOf" srcId="{33153C32-8139-4C73-B9BA-A3C665CDF850}" destId="{C3B2DB46-6C2F-4A55-BDD5-32B3004EC1A9}" srcOrd="0" destOrd="0" presId="urn:diagrams.loki3.com/VaryingWidthList"/>
    <dgm:cxn modelId="{FB46272C-537D-4C06-9696-D03F9809C83C}" srcId="{7908209D-D3C4-4C19-8404-135D71109B4D}" destId="{A57DFB06-4FAE-4DD5-B8C6-EC147B8DBEF7}" srcOrd="0" destOrd="0" parTransId="{2515893A-CF83-4E84-AA68-800E05DFAE18}" sibTransId="{9960C968-62F3-47E9-AAA7-9C0A8D591255}"/>
    <dgm:cxn modelId="{19096774-AB52-4FC4-ADB1-C84585942218}" type="presOf" srcId="{B3343957-C904-4F04-BCB8-0E4EFDE85065}" destId="{05087977-1D42-44DC-8FD2-84F2761DC154}" srcOrd="0" destOrd="0" presId="urn:diagrams.loki3.com/VaryingWidthList"/>
    <dgm:cxn modelId="{9F5E5717-FD62-4ECE-B459-81E5FFD03A5E}" srcId="{7908209D-D3C4-4C19-8404-135D71109B4D}" destId="{33153C32-8139-4C73-B9BA-A3C665CDF850}" srcOrd="2" destOrd="0" parTransId="{4C93966A-E806-4187-828F-E4413CD05D85}" sibTransId="{5F0B688B-2EC3-402A-B1A4-ECA6F8E83669}"/>
    <dgm:cxn modelId="{B11041CF-3E32-47EF-AFAA-34EB1F80DFCC}" type="presOf" srcId="{0103265B-9230-4DAD-986F-37F92819A4F8}" destId="{ADDFE8CD-277B-45D5-9289-EB8CE1386A50}" srcOrd="0" destOrd="0" presId="urn:diagrams.loki3.com/VaryingWidthList"/>
    <dgm:cxn modelId="{C27F35A4-FB5B-4EEA-B54C-D1DE4CEF433A}" type="presOf" srcId="{6A7EDDD0-3A48-4F31-9DF9-F0946C54D68F}" destId="{7C883962-4C6E-4562-AACB-EDD4C6D0A7C0}" srcOrd="0" destOrd="0" presId="urn:diagrams.loki3.com/VaryingWidthList"/>
    <dgm:cxn modelId="{D17517C5-628B-4172-80E6-BA2B8AFBFC50}" srcId="{7908209D-D3C4-4C19-8404-135D71109B4D}" destId="{B3343957-C904-4F04-BCB8-0E4EFDE85065}" srcOrd="1" destOrd="0" parTransId="{970802C6-0C25-4883-92DD-39D1020609EE}" sibTransId="{4B624A4D-C14E-440A-A290-844A202B0474}"/>
    <dgm:cxn modelId="{6202E9DF-94D2-4352-90F5-36EAAE00D51C}" srcId="{7908209D-D3C4-4C19-8404-135D71109B4D}" destId="{6A7EDDD0-3A48-4F31-9DF9-F0946C54D68F}" srcOrd="4" destOrd="0" parTransId="{270037F7-693E-4408-AEFB-C2C8E3C19F77}" sibTransId="{8F1F396C-DAEE-4AF5-A3DE-D6FF6FA8933B}"/>
    <dgm:cxn modelId="{98CEE246-EC51-4584-9B7B-29F1A130F610}" type="presOf" srcId="{7908209D-D3C4-4C19-8404-135D71109B4D}" destId="{A301C4D9-FC2F-4600-A6A1-B9F0133EDCE4}" srcOrd="0" destOrd="0" presId="urn:diagrams.loki3.com/VaryingWidthList"/>
    <dgm:cxn modelId="{6769AA6B-73EC-4E3C-986B-97FF99B1C7AC}" srcId="{7908209D-D3C4-4C19-8404-135D71109B4D}" destId="{954556B5-DA6A-4848-A71E-E01D89B50CC4}" srcOrd="3" destOrd="0" parTransId="{13E686D7-7B7E-4DE2-ABF1-84ED83A1EE42}" sibTransId="{D48AECD4-CFA9-4777-82E3-CC73DE964ECE}"/>
    <dgm:cxn modelId="{203A2127-EA12-4306-AF44-8203B3D98D5B}" type="presParOf" srcId="{A301C4D9-FC2F-4600-A6A1-B9F0133EDCE4}" destId="{3D68777D-8C84-4D3A-810C-FAD2AA9E099A}" srcOrd="0" destOrd="0" presId="urn:diagrams.loki3.com/VaryingWidthList"/>
    <dgm:cxn modelId="{D057B2C4-9AAF-4FDC-9E62-5261B9998369}" type="presParOf" srcId="{A301C4D9-FC2F-4600-A6A1-B9F0133EDCE4}" destId="{9AD3C8EF-62C1-4373-921A-23BDC4AD9F38}" srcOrd="1" destOrd="0" presId="urn:diagrams.loki3.com/VaryingWidthList"/>
    <dgm:cxn modelId="{5B9369FB-6039-4200-BA8D-43D0318FC985}" type="presParOf" srcId="{A301C4D9-FC2F-4600-A6A1-B9F0133EDCE4}" destId="{05087977-1D42-44DC-8FD2-84F2761DC154}" srcOrd="2" destOrd="0" presId="urn:diagrams.loki3.com/VaryingWidthList"/>
    <dgm:cxn modelId="{5A53BF7C-3FF0-4D8A-B63B-7D95FF77F9C0}" type="presParOf" srcId="{A301C4D9-FC2F-4600-A6A1-B9F0133EDCE4}" destId="{A41EA115-4515-4BBE-B45D-43C3E725D766}" srcOrd="3" destOrd="0" presId="urn:diagrams.loki3.com/VaryingWidthList"/>
    <dgm:cxn modelId="{F437B754-473E-42CC-B1A8-8BAD7C3AA57E}" type="presParOf" srcId="{A301C4D9-FC2F-4600-A6A1-B9F0133EDCE4}" destId="{C3B2DB46-6C2F-4A55-BDD5-32B3004EC1A9}" srcOrd="4" destOrd="0" presId="urn:diagrams.loki3.com/VaryingWidthList"/>
    <dgm:cxn modelId="{4E022CA0-1635-411B-972B-F042E85E2084}" type="presParOf" srcId="{A301C4D9-FC2F-4600-A6A1-B9F0133EDCE4}" destId="{4E9E09F8-4A4B-48BE-8944-B1C25043FC7C}" srcOrd="5" destOrd="0" presId="urn:diagrams.loki3.com/VaryingWidthList"/>
    <dgm:cxn modelId="{F5C13B35-3AED-484C-8113-1A7B67810F59}" type="presParOf" srcId="{A301C4D9-FC2F-4600-A6A1-B9F0133EDCE4}" destId="{DCD28315-AF71-40C5-A843-F794F5322062}" srcOrd="6" destOrd="0" presId="urn:diagrams.loki3.com/VaryingWidthList"/>
    <dgm:cxn modelId="{77B12100-07E9-4E82-8D17-3175350FCB02}" type="presParOf" srcId="{A301C4D9-FC2F-4600-A6A1-B9F0133EDCE4}" destId="{A3D41768-9B32-46E2-8BB9-7607F2E73C0E}" srcOrd="7" destOrd="0" presId="urn:diagrams.loki3.com/VaryingWidthList"/>
    <dgm:cxn modelId="{1BF99937-3CF5-4528-BA58-F60D97CCEAD5}" type="presParOf" srcId="{A301C4D9-FC2F-4600-A6A1-B9F0133EDCE4}" destId="{7C883962-4C6E-4562-AACB-EDD4C6D0A7C0}" srcOrd="8" destOrd="0" presId="urn:diagrams.loki3.com/VaryingWidthList"/>
    <dgm:cxn modelId="{E73A1538-8B2E-45D6-ADB1-9E67B353DEB1}" type="presParOf" srcId="{A301C4D9-FC2F-4600-A6A1-B9F0133EDCE4}" destId="{97F811A2-5433-4826-B958-E5A3FED23089}" srcOrd="9" destOrd="0" presId="urn:diagrams.loki3.com/VaryingWidthList"/>
    <dgm:cxn modelId="{1590C87C-191B-4888-9C4C-515F6D3080D0}" type="presParOf" srcId="{A301C4D9-FC2F-4600-A6A1-B9F0133EDCE4}" destId="{ADDFE8CD-277B-45D5-9289-EB8CE1386A50}" srcOrd="10"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61D4D5-B47B-4050-8CD0-6AF0F14604D7}">
      <dsp:nvSpPr>
        <dsp:cNvPr id="0" name=""/>
        <dsp:cNvSpPr/>
      </dsp:nvSpPr>
      <dsp:spPr>
        <a:xfrm>
          <a:off x="229505" y="384716"/>
          <a:ext cx="1418294" cy="1288049"/>
        </a:xfrm>
        <a:prstGeom prst="roundRect">
          <a:avLst/>
        </a:prstGeom>
        <a:blipFill rotWithShape="1">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2A5D5F-41F2-47E2-805D-3563E5AD3283}">
      <dsp:nvSpPr>
        <dsp:cNvPr id="0" name=""/>
        <dsp:cNvSpPr/>
      </dsp:nvSpPr>
      <dsp:spPr>
        <a:xfrm>
          <a:off x="3928" y="1672765"/>
          <a:ext cx="1869448" cy="693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lvl="0" algn="l" defTabSz="800100">
            <a:lnSpc>
              <a:spcPct val="90000"/>
            </a:lnSpc>
            <a:spcBef>
              <a:spcPct val="0"/>
            </a:spcBef>
            <a:spcAft>
              <a:spcPct val="35000"/>
            </a:spcAft>
          </a:pPr>
          <a:r>
            <a:rPr lang="en-US" sz="1800" b="1" kern="1200" dirty="0" smtClean="0">
              <a:solidFill>
                <a:srgbClr val="C00000"/>
              </a:solidFill>
              <a:latin typeface="Times New Roman" panose="02020603050405020304" pitchFamily="18" charset="0"/>
              <a:ea typeface="Geist Bold" pitchFamily="34" charset="-122"/>
              <a:cs typeface="Times New Roman" panose="02020603050405020304" pitchFamily="18" charset="0"/>
            </a:rPr>
            <a:t>BO-1: </a:t>
          </a:r>
          <a:r>
            <a:rPr lang="en-US" sz="1800" kern="1200" dirty="0" smtClean="0">
              <a:solidFill>
                <a:srgbClr val="C00000"/>
              </a:solidFill>
              <a:latin typeface="Times New Roman" panose="02020603050405020304" pitchFamily="18" charset="0"/>
              <a:ea typeface="Geist" pitchFamily="34" charset="-122"/>
              <a:cs typeface="Times New Roman" panose="02020603050405020304" pitchFamily="18" charset="0"/>
            </a:rPr>
            <a:t>Reduce planning time by at least 50%.</a:t>
          </a:r>
          <a:endParaRPr lang="en-US" sz="1800" kern="1200" dirty="0">
            <a:solidFill>
              <a:srgbClr val="C00000"/>
            </a:solidFill>
            <a:latin typeface="Times New Roman" panose="02020603050405020304" pitchFamily="18" charset="0"/>
            <a:cs typeface="Times New Roman" panose="02020603050405020304" pitchFamily="18" charset="0"/>
          </a:endParaRPr>
        </a:p>
      </dsp:txBody>
      <dsp:txXfrm>
        <a:off x="3928" y="1672765"/>
        <a:ext cx="1869448" cy="693565"/>
      </dsp:txXfrm>
    </dsp:sp>
    <dsp:sp modelId="{BE083816-8AB2-4898-B9BA-55E2DBA76BDF}">
      <dsp:nvSpPr>
        <dsp:cNvPr id="0" name=""/>
        <dsp:cNvSpPr/>
      </dsp:nvSpPr>
      <dsp:spPr>
        <a:xfrm>
          <a:off x="2285285" y="384716"/>
          <a:ext cx="1419677" cy="1288049"/>
        </a:xfrm>
        <a:prstGeom prst="roundRect">
          <a:avLst/>
        </a:prstGeom>
        <a:blipFill rotWithShape="1">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4417BD-A040-4F16-9BDE-EF8D11FAEE0C}">
      <dsp:nvSpPr>
        <dsp:cNvPr id="0" name=""/>
        <dsp:cNvSpPr/>
      </dsp:nvSpPr>
      <dsp:spPr>
        <a:xfrm>
          <a:off x="2060399" y="1672765"/>
          <a:ext cx="1869448" cy="693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lvl="0" algn="l" defTabSz="800100">
            <a:lnSpc>
              <a:spcPct val="90000"/>
            </a:lnSpc>
            <a:spcBef>
              <a:spcPct val="0"/>
            </a:spcBef>
            <a:spcAft>
              <a:spcPct val="35000"/>
            </a:spcAft>
          </a:pPr>
          <a:r>
            <a:rPr lang="en-US" sz="1800" b="1" kern="1200" dirty="0" smtClean="0">
              <a:solidFill>
                <a:srgbClr val="C00000"/>
              </a:solidFill>
              <a:latin typeface="Times New Roman" panose="02020603050405020304" pitchFamily="18" charset="0"/>
              <a:cs typeface="Times New Roman" panose="02020603050405020304" pitchFamily="18" charset="0"/>
            </a:rPr>
            <a:t>BO-2: </a:t>
          </a:r>
          <a:r>
            <a:rPr lang="en-US" sz="1800" kern="1200" dirty="0" smtClean="0">
              <a:solidFill>
                <a:srgbClr val="C00000"/>
              </a:solidFill>
              <a:latin typeface="Times New Roman" panose="02020603050405020304" pitchFamily="18" charset="0"/>
              <a:ea typeface="Geist" pitchFamily="34" charset="-122"/>
              <a:cs typeface="Times New Roman" panose="02020603050405020304" pitchFamily="18" charset="0"/>
            </a:rPr>
            <a:t>Improve content structure quality by 40%.</a:t>
          </a:r>
          <a:endParaRPr lang="en-US" sz="1800" kern="1200" dirty="0">
            <a:solidFill>
              <a:srgbClr val="C00000"/>
            </a:solidFill>
            <a:latin typeface="Times New Roman" panose="02020603050405020304" pitchFamily="18" charset="0"/>
            <a:cs typeface="Times New Roman" panose="02020603050405020304" pitchFamily="18" charset="0"/>
          </a:endParaRPr>
        </a:p>
      </dsp:txBody>
      <dsp:txXfrm>
        <a:off x="2060399" y="1672765"/>
        <a:ext cx="1869448" cy="693565"/>
      </dsp:txXfrm>
    </dsp:sp>
    <dsp:sp modelId="{B05F3082-E9B6-4416-BABF-CFF7442DEC54}">
      <dsp:nvSpPr>
        <dsp:cNvPr id="0" name=""/>
        <dsp:cNvSpPr/>
      </dsp:nvSpPr>
      <dsp:spPr>
        <a:xfrm>
          <a:off x="4381098" y="384716"/>
          <a:ext cx="1340992" cy="1288049"/>
        </a:xfrm>
        <a:prstGeom prst="roundRect">
          <a:avLst/>
        </a:prstGeom>
        <a:blipFill rotWithShape="1">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604C7F-2C74-41CE-9E1E-96940A1068E6}">
      <dsp:nvSpPr>
        <dsp:cNvPr id="0" name=""/>
        <dsp:cNvSpPr/>
      </dsp:nvSpPr>
      <dsp:spPr>
        <a:xfrm>
          <a:off x="4116871" y="1672765"/>
          <a:ext cx="1869448" cy="693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lvl="0" algn="l" defTabSz="800100">
            <a:lnSpc>
              <a:spcPct val="90000"/>
            </a:lnSpc>
            <a:spcBef>
              <a:spcPct val="0"/>
            </a:spcBef>
            <a:spcAft>
              <a:spcPct val="35000"/>
            </a:spcAft>
          </a:pPr>
          <a:r>
            <a:rPr lang="en-US" sz="1800" b="1" kern="1200" dirty="0" smtClean="0">
              <a:solidFill>
                <a:srgbClr val="C00000"/>
              </a:solidFill>
              <a:latin typeface="Times New Roman" panose="02020603050405020304" pitchFamily="18" charset="0"/>
              <a:cs typeface="Times New Roman" panose="02020603050405020304" pitchFamily="18" charset="0"/>
            </a:rPr>
            <a:t>BO-3: </a:t>
          </a:r>
          <a:r>
            <a:rPr lang="en-US" sz="1800" kern="1200" dirty="0" smtClean="0">
              <a:solidFill>
                <a:srgbClr val="C00000"/>
              </a:solidFill>
              <a:latin typeface="Times New Roman" panose="02020603050405020304" pitchFamily="18" charset="0"/>
              <a:ea typeface="Geist" pitchFamily="34" charset="-122"/>
              <a:cs typeface="Times New Roman" panose="02020603050405020304" pitchFamily="18" charset="0"/>
            </a:rPr>
            <a:t>Increase audience engagement through structured discussions.</a:t>
          </a:r>
          <a:endParaRPr lang="en-US" sz="1800" kern="1200" dirty="0">
            <a:solidFill>
              <a:srgbClr val="C00000"/>
            </a:solidFill>
            <a:latin typeface="Times New Roman" panose="02020603050405020304" pitchFamily="18" charset="0"/>
            <a:cs typeface="Times New Roman" panose="02020603050405020304" pitchFamily="18" charset="0"/>
          </a:endParaRPr>
        </a:p>
      </dsp:txBody>
      <dsp:txXfrm>
        <a:off x="4116871" y="1672765"/>
        <a:ext cx="1869448" cy="693565"/>
      </dsp:txXfrm>
    </dsp:sp>
    <dsp:sp modelId="{C26F9CB1-E9C5-4A32-87C3-281AA1F6E931}">
      <dsp:nvSpPr>
        <dsp:cNvPr id="0" name=""/>
        <dsp:cNvSpPr/>
      </dsp:nvSpPr>
      <dsp:spPr>
        <a:xfrm>
          <a:off x="6374055" y="384716"/>
          <a:ext cx="1468021" cy="1288049"/>
        </a:xfrm>
        <a:prstGeom prst="roundRect">
          <a:avLst/>
        </a:prstGeom>
        <a:blipFill rotWithShape="1">
          <a:blip xmlns:r="http://schemas.openxmlformats.org/officeDocument/2006/relationships" r:embed="rId1"/>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A6AB22-E5E0-4350-8B7F-0BB19753E28F}">
      <dsp:nvSpPr>
        <dsp:cNvPr id="0" name=""/>
        <dsp:cNvSpPr/>
      </dsp:nvSpPr>
      <dsp:spPr>
        <a:xfrm>
          <a:off x="6173342" y="1672765"/>
          <a:ext cx="1869448" cy="693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0" numCol="1" spcCol="1270" anchor="t" anchorCtr="0">
          <a:noAutofit/>
        </a:bodyPr>
        <a:lstStyle/>
        <a:p>
          <a:pPr lvl="0" algn="l" defTabSz="800100">
            <a:lnSpc>
              <a:spcPct val="90000"/>
            </a:lnSpc>
            <a:spcBef>
              <a:spcPct val="0"/>
            </a:spcBef>
            <a:spcAft>
              <a:spcPct val="35000"/>
            </a:spcAft>
          </a:pPr>
          <a:r>
            <a:rPr lang="en-US" sz="1800" b="1" kern="1200" dirty="0" smtClean="0">
              <a:solidFill>
                <a:srgbClr val="C00000"/>
              </a:solidFill>
              <a:latin typeface="Times New Roman" panose="02020603050405020304" pitchFamily="18" charset="0"/>
              <a:cs typeface="Times New Roman" panose="02020603050405020304" pitchFamily="18" charset="0"/>
            </a:rPr>
            <a:t>BO-4: </a:t>
          </a:r>
          <a:r>
            <a:rPr lang="en-US" sz="1800" kern="1200" dirty="0" smtClean="0">
              <a:solidFill>
                <a:srgbClr val="C00000"/>
              </a:solidFill>
              <a:latin typeface="Times New Roman" panose="02020603050405020304" pitchFamily="18" charset="0"/>
              <a:ea typeface="Geist" pitchFamily="34" charset="-122"/>
              <a:cs typeface="Times New Roman" panose="02020603050405020304" pitchFamily="18" charset="0"/>
            </a:rPr>
            <a:t>Automate topic research and question generation</a:t>
          </a:r>
          <a:r>
            <a:rPr lang="en-US" sz="1800" kern="1200" dirty="0" smtClean="0">
              <a:solidFill>
                <a:srgbClr val="C00000"/>
              </a:solidFill>
              <a:latin typeface="Geist" pitchFamily="34" charset="0"/>
              <a:ea typeface="Geist" pitchFamily="34" charset="-122"/>
              <a:cs typeface="Geist" pitchFamily="34" charset="-120"/>
            </a:rPr>
            <a:t>.</a:t>
          </a:r>
          <a:endParaRPr lang="en-US" sz="1800" kern="1200" dirty="0">
            <a:solidFill>
              <a:srgbClr val="C00000"/>
            </a:solidFill>
          </a:endParaRPr>
        </a:p>
      </dsp:txBody>
      <dsp:txXfrm>
        <a:off x="6173342" y="1672765"/>
        <a:ext cx="1869448" cy="6935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AEF84A-A3BC-4480-8B23-FFAC3E71BA5B}">
      <dsp:nvSpPr>
        <dsp:cNvPr id="0" name=""/>
        <dsp:cNvSpPr/>
      </dsp:nvSpPr>
      <dsp:spPr>
        <a:xfrm>
          <a:off x="0" y="185522"/>
          <a:ext cx="7826413" cy="5040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DCC5D2-DDCB-4EA2-ACBC-A00FBD626A0E}">
      <dsp:nvSpPr>
        <dsp:cNvPr id="0" name=""/>
        <dsp:cNvSpPr/>
      </dsp:nvSpPr>
      <dsp:spPr>
        <a:xfrm>
          <a:off x="391320" y="60505"/>
          <a:ext cx="2423245" cy="420217"/>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7074" tIns="0" rIns="207074" bIns="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cs typeface="Times New Roman" panose="02020603050405020304" pitchFamily="18" charset="0"/>
            </a:rPr>
            <a:t>Time Efficiency</a:t>
          </a:r>
          <a:endParaRPr lang="en-US" sz="2000" kern="1200" dirty="0">
            <a:latin typeface="Times New Roman" panose="02020603050405020304" pitchFamily="18" charset="0"/>
            <a:cs typeface="Times New Roman" panose="02020603050405020304" pitchFamily="18" charset="0"/>
          </a:endParaRPr>
        </a:p>
      </dsp:txBody>
      <dsp:txXfrm>
        <a:off x="411833" y="81018"/>
        <a:ext cx="2382219" cy="379191"/>
      </dsp:txXfrm>
    </dsp:sp>
    <dsp:sp modelId="{E3AB0C71-0151-4C0E-BD5E-1D55501F7DD7}">
      <dsp:nvSpPr>
        <dsp:cNvPr id="0" name=""/>
        <dsp:cNvSpPr/>
      </dsp:nvSpPr>
      <dsp:spPr>
        <a:xfrm>
          <a:off x="0" y="1092722"/>
          <a:ext cx="7826413" cy="680687"/>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6631C3-3701-4A61-B17C-494982649A8A}">
      <dsp:nvSpPr>
        <dsp:cNvPr id="0" name=""/>
        <dsp:cNvSpPr/>
      </dsp:nvSpPr>
      <dsp:spPr>
        <a:xfrm>
          <a:off x="391320" y="797522"/>
          <a:ext cx="2493753" cy="590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7074" tIns="0" rIns="207074" bIns="0" numCol="1" spcCol="1270" anchor="ctr" anchorCtr="0">
          <a:noAutofit/>
        </a:bodyPr>
        <a:lstStyle/>
        <a:p>
          <a:pPr lvl="0" algn="l" defTabSz="889000">
            <a:lnSpc>
              <a:spcPct val="90000"/>
            </a:lnSpc>
            <a:spcBef>
              <a:spcPct val="0"/>
            </a:spcBef>
            <a:spcAft>
              <a:spcPct val="35000"/>
            </a:spcAft>
          </a:pPr>
          <a:r>
            <a:rPr lang="en-US" sz="2000" b="0" kern="1200" dirty="0" smtClean="0">
              <a:solidFill>
                <a:srgbClr val="EBEDF0"/>
              </a:solidFill>
              <a:latin typeface="Times New Roman" panose="02020603050405020304" pitchFamily="18" charset="0"/>
              <a:ea typeface="Geist Bold" pitchFamily="34" charset="-122"/>
              <a:cs typeface="Times New Roman" panose="02020603050405020304" pitchFamily="18" charset="0"/>
            </a:rPr>
            <a:t>Improved Content Quality:</a:t>
          </a:r>
          <a:endParaRPr lang="en-US" sz="2000" b="0" kern="1200" dirty="0">
            <a:latin typeface="Times New Roman" panose="02020603050405020304" pitchFamily="18" charset="0"/>
            <a:cs typeface="Times New Roman" panose="02020603050405020304" pitchFamily="18" charset="0"/>
          </a:endParaRPr>
        </a:p>
      </dsp:txBody>
      <dsp:txXfrm>
        <a:off x="420141" y="826343"/>
        <a:ext cx="2436111" cy="532758"/>
      </dsp:txXfrm>
    </dsp:sp>
    <dsp:sp modelId="{0FB4987F-DF14-4B31-97E9-54F8D13FB074}">
      <dsp:nvSpPr>
        <dsp:cNvPr id="0" name=""/>
        <dsp:cNvSpPr/>
      </dsp:nvSpPr>
      <dsp:spPr>
        <a:xfrm>
          <a:off x="0" y="2176609"/>
          <a:ext cx="7826413" cy="700842"/>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0AA3F8-CF2B-48B8-8641-B163CD364F69}">
      <dsp:nvSpPr>
        <dsp:cNvPr id="0" name=""/>
        <dsp:cNvSpPr/>
      </dsp:nvSpPr>
      <dsp:spPr>
        <a:xfrm>
          <a:off x="423111" y="1936411"/>
          <a:ext cx="2464060" cy="590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7074" tIns="0" rIns="207074" bIns="0" numCol="1" spcCol="1270" anchor="ctr" anchorCtr="0">
          <a:noAutofit/>
        </a:bodyPr>
        <a:lstStyle/>
        <a:p>
          <a:pPr lvl="0" algn="l" defTabSz="889000">
            <a:lnSpc>
              <a:spcPct val="90000"/>
            </a:lnSpc>
            <a:spcBef>
              <a:spcPct val="0"/>
            </a:spcBef>
            <a:spcAft>
              <a:spcPct val="35000"/>
            </a:spcAft>
          </a:pPr>
          <a:r>
            <a:rPr lang="en-US" sz="2000" b="0" kern="1200" dirty="0" smtClean="0">
              <a:latin typeface="Times New Roman" panose="02020603050405020304" pitchFamily="18" charset="0"/>
              <a:cs typeface="Times New Roman" panose="02020603050405020304" pitchFamily="18" charset="0"/>
            </a:rPr>
            <a:t>Consistency:</a:t>
          </a:r>
          <a:endParaRPr lang="en-US" sz="2000" b="0" kern="1200" dirty="0">
            <a:latin typeface="Times New Roman" panose="02020603050405020304" pitchFamily="18" charset="0"/>
            <a:cs typeface="Times New Roman" panose="02020603050405020304" pitchFamily="18" charset="0"/>
          </a:endParaRPr>
        </a:p>
      </dsp:txBody>
      <dsp:txXfrm>
        <a:off x="451932" y="1965232"/>
        <a:ext cx="2406418" cy="532758"/>
      </dsp:txXfrm>
    </dsp:sp>
    <dsp:sp modelId="{505BA574-148D-43A8-AF3D-E97AA253EF64}">
      <dsp:nvSpPr>
        <dsp:cNvPr id="0" name=""/>
        <dsp:cNvSpPr/>
      </dsp:nvSpPr>
      <dsp:spPr>
        <a:xfrm>
          <a:off x="0" y="3280652"/>
          <a:ext cx="7826413" cy="678101"/>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3A57BD-B9AE-4824-8AEC-082458E5ECA5}">
      <dsp:nvSpPr>
        <dsp:cNvPr id="0" name=""/>
        <dsp:cNvSpPr/>
      </dsp:nvSpPr>
      <dsp:spPr>
        <a:xfrm>
          <a:off x="391320" y="2985452"/>
          <a:ext cx="2980955" cy="590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7074" tIns="0" rIns="207074" bIns="0" numCol="1" spcCol="1270" anchor="ctr" anchorCtr="0">
          <a:noAutofit/>
        </a:bodyPr>
        <a:lstStyle/>
        <a:p>
          <a:pPr lvl="0" algn="l" defTabSz="889000">
            <a:lnSpc>
              <a:spcPct val="90000"/>
            </a:lnSpc>
            <a:spcBef>
              <a:spcPct val="0"/>
            </a:spcBef>
            <a:spcAft>
              <a:spcPct val="35000"/>
            </a:spcAft>
          </a:pPr>
          <a:r>
            <a:rPr lang="en-US" sz="2000" b="0" kern="1200" dirty="0" smtClean="0">
              <a:solidFill>
                <a:srgbClr val="EBEDF0"/>
              </a:solidFill>
              <a:latin typeface="Times New Roman" panose="02020603050405020304" pitchFamily="18" charset="0"/>
              <a:ea typeface="Geist Bold" pitchFamily="34" charset="-122"/>
              <a:cs typeface="Times New Roman" panose="02020603050405020304" pitchFamily="18" charset="0"/>
            </a:rPr>
            <a:t>Accessibility:</a:t>
          </a:r>
          <a:endParaRPr lang="en-US" sz="2000" b="0" kern="1200" dirty="0">
            <a:latin typeface="Times New Roman" panose="02020603050405020304" pitchFamily="18" charset="0"/>
            <a:cs typeface="Times New Roman" panose="02020603050405020304" pitchFamily="18" charset="0"/>
          </a:endParaRPr>
        </a:p>
      </dsp:txBody>
      <dsp:txXfrm>
        <a:off x="420141" y="3014273"/>
        <a:ext cx="2923313" cy="532758"/>
      </dsp:txXfrm>
    </dsp:sp>
    <dsp:sp modelId="{690D0505-1677-4BF8-BF06-C57203FAB89B}">
      <dsp:nvSpPr>
        <dsp:cNvPr id="0" name=""/>
        <dsp:cNvSpPr/>
      </dsp:nvSpPr>
      <dsp:spPr>
        <a:xfrm>
          <a:off x="0" y="4361953"/>
          <a:ext cx="7826413" cy="672053"/>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92B3BB9-F94B-4E43-8772-AD5856FE15A2}">
      <dsp:nvSpPr>
        <dsp:cNvPr id="0" name=""/>
        <dsp:cNvSpPr/>
      </dsp:nvSpPr>
      <dsp:spPr>
        <a:xfrm>
          <a:off x="341114" y="4028702"/>
          <a:ext cx="2679255" cy="5904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7074" tIns="0" rIns="207074" bIns="0" numCol="1" spcCol="1270" anchor="ctr" anchorCtr="0">
          <a:noAutofit/>
        </a:bodyPr>
        <a:lstStyle/>
        <a:p>
          <a:pPr lvl="0" algn="l" defTabSz="889000">
            <a:lnSpc>
              <a:spcPct val="90000"/>
            </a:lnSpc>
            <a:spcBef>
              <a:spcPct val="0"/>
            </a:spcBef>
            <a:spcAft>
              <a:spcPct val="35000"/>
            </a:spcAft>
          </a:pPr>
          <a:r>
            <a:rPr lang="en-US" sz="2000" b="0" kern="1200" dirty="0" smtClean="0">
              <a:latin typeface="Times New Roman" panose="02020603050405020304" pitchFamily="18" charset="0"/>
              <a:cs typeface="Times New Roman" panose="02020603050405020304" pitchFamily="18" charset="0"/>
            </a:rPr>
            <a:t>Audience Engagement:</a:t>
          </a:r>
          <a:endParaRPr lang="en-US" sz="2000" b="0" kern="1200" dirty="0">
            <a:latin typeface="Times New Roman" panose="02020603050405020304" pitchFamily="18" charset="0"/>
            <a:cs typeface="Times New Roman" panose="02020603050405020304" pitchFamily="18" charset="0"/>
          </a:endParaRPr>
        </a:p>
      </dsp:txBody>
      <dsp:txXfrm>
        <a:off x="369935" y="4057523"/>
        <a:ext cx="2621613" cy="532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68777D-8C84-4D3A-810C-FAD2AA9E099A}">
      <dsp:nvSpPr>
        <dsp:cNvPr id="0" name=""/>
        <dsp:cNvSpPr/>
      </dsp:nvSpPr>
      <dsp:spPr>
        <a:xfrm>
          <a:off x="0" y="2757"/>
          <a:ext cx="8596312" cy="751741"/>
        </a:xfrm>
        <a:prstGeom prst="rect">
          <a:avLst/>
        </a:prstGeom>
        <a:solidFill>
          <a:schemeClr val="lt1"/>
        </a:solidFill>
        <a:ln w="19050" cap="rnd" cmpd="sng" algn="ctr">
          <a:solidFill>
            <a:schemeClr val="accent1"/>
          </a:solidFill>
          <a:prstDash val="solid"/>
        </a:ln>
        <a:effectLst/>
        <a:scene3d>
          <a:camera prst="orthographicFront"/>
          <a:lightRig rig="flat" dir="t"/>
        </a:scene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C00000"/>
              </a:solidFill>
              <a:latin typeface="Times New Roman" panose="02020603050405020304" pitchFamily="18" charset="0"/>
              <a:ea typeface="Geist Bold" pitchFamily="34" charset="-122"/>
              <a:cs typeface="Times New Roman" panose="02020603050405020304" pitchFamily="18" charset="0"/>
            </a:rPr>
            <a:t>01- User Authentication &amp; Profile Management</a:t>
          </a:r>
          <a:endParaRPr lang="en-US" sz="2400" kern="1200" dirty="0">
            <a:solidFill>
              <a:srgbClr val="C00000"/>
            </a:solidFill>
            <a:latin typeface="Times New Roman" panose="02020603050405020304" pitchFamily="18" charset="0"/>
            <a:cs typeface="Times New Roman" panose="02020603050405020304" pitchFamily="18" charset="0"/>
          </a:endParaRPr>
        </a:p>
      </dsp:txBody>
      <dsp:txXfrm>
        <a:off x="0" y="2757"/>
        <a:ext cx="8596312" cy="751741"/>
      </dsp:txXfrm>
    </dsp:sp>
    <dsp:sp modelId="{05087977-1D42-44DC-8FD2-84F2761DC154}">
      <dsp:nvSpPr>
        <dsp:cNvPr id="0" name=""/>
        <dsp:cNvSpPr/>
      </dsp:nvSpPr>
      <dsp:spPr>
        <a:xfrm>
          <a:off x="0" y="865875"/>
          <a:ext cx="8596312" cy="641435"/>
        </a:xfrm>
        <a:prstGeom prst="rect">
          <a:avLst/>
        </a:prstGeom>
        <a:solidFill>
          <a:schemeClr val="lt1"/>
        </a:solidFill>
        <a:ln w="19050" cap="rnd" cmpd="sng" algn="ctr">
          <a:solidFill>
            <a:schemeClr val="accent1"/>
          </a:solidFill>
          <a:prstDash val="solid"/>
        </a:ln>
        <a:effectLst/>
        <a:scene3d>
          <a:camera prst="orthographicFront"/>
          <a:lightRig rig="flat" dir="t"/>
        </a:scene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C00000"/>
              </a:solidFill>
              <a:latin typeface="Times New Roman" panose="02020603050405020304" pitchFamily="18" charset="0"/>
              <a:ea typeface="Geist Bold" pitchFamily="34" charset="-122"/>
              <a:cs typeface="Times New Roman" panose="02020603050405020304" pitchFamily="18" charset="0"/>
            </a:rPr>
            <a:t>02- User Intent &amp; Guest Analyzer</a:t>
          </a:r>
          <a:endParaRPr lang="en-US" sz="2400" kern="1200" dirty="0">
            <a:solidFill>
              <a:srgbClr val="C00000"/>
            </a:solidFill>
            <a:latin typeface="Times New Roman" panose="02020603050405020304" pitchFamily="18" charset="0"/>
            <a:cs typeface="Times New Roman" panose="02020603050405020304" pitchFamily="18" charset="0"/>
          </a:endParaRPr>
        </a:p>
      </dsp:txBody>
      <dsp:txXfrm>
        <a:off x="0" y="865875"/>
        <a:ext cx="8596312" cy="641435"/>
      </dsp:txXfrm>
    </dsp:sp>
    <dsp:sp modelId="{C3B2DB46-6C2F-4A55-BDD5-32B3004EC1A9}">
      <dsp:nvSpPr>
        <dsp:cNvPr id="0" name=""/>
        <dsp:cNvSpPr/>
      </dsp:nvSpPr>
      <dsp:spPr>
        <a:xfrm>
          <a:off x="0" y="1618686"/>
          <a:ext cx="8596312" cy="641435"/>
        </a:xfrm>
        <a:prstGeom prst="rect">
          <a:avLst/>
        </a:prstGeom>
        <a:solidFill>
          <a:schemeClr val="lt1"/>
        </a:solidFill>
        <a:ln w="19050" cap="rnd" cmpd="sng" algn="ctr">
          <a:solidFill>
            <a:schemeClr val="accent1"/>
          </a:solidFill>
          <a:prstDash val="solid"/>
        </a:ln>
        <a:effectLst/>
        <a:scene3d>
          <a:camera prst="orthographicFront"/>
          <a:lightRig rig="flat" dir="t"/>
        </a:scene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C00000"/>
              </a:solidFill>
              <a:latin typeface="Times New Roman" panose="02020603050405020304" pitchFamily="18" charset="0"/>
              <a:ea typeface="Geist Bold" pitchFamily="34" charset="-122"/>
              <a:cs typeface="Times New Roman" panose="02020603050405020304" pitchFamily="18" charset="0"/>
            </a:rPr>
            <a:t>03- Topic Research Agent</a:t>
          </a:r>
          <a:endParaRPr lang="en-US" sz="4600" kern="1200" dirty="0">
            <a:solidFill>
              <a:srgbClr val="C00000"/>
            </a:solidFill>
            <a:latin typeface="Times New Roman" panose="02020603050405020304" pitchFamily="18" charset="0"/>
            <a:cs typeface="Times New Roman" panose="02020603050405020304" pitchFamily="18" charset="0"/>
          </a:endParaRPr>
        </a:p>
      </dsp:txBody>
      <dsp:txXfrm>
        <a:off x="0" y="1618686"/>
        <a:ext cx="8596312" cy="641435"/>
      </dsp:txXfrm>
    </dsp:sp>
    <dsp:sp modelId="{DCD28315-AF71-40C5-A843-F794F5322062}">
      <dsp:nvSpPr>
        <dsp:cNvPr id="0" name=""/>
        <dsp:cNvSpPr/>
      </dsp:nvSpPr>
      <dsp:spPr>
        <a:xfrm>
          <a:off x="0" y="2371497"/>
          <a:ext cx="8596312" cy="641435"/>
        </a:xfrm>
        <a:prstGeom prst="rect">
          <a:avLst/>
        </a:prstGeom>
        <a:solidFill>
          <a:schemeClr val="lt1"/>
        </a:solidFill>
        <a:ln w="19050" cap="rnd" cmpd="sng" algn="ctr">
          <a:solidFill>
            <a:schemeClr val="accent1"/>
          </a:solidFill>
          <a:prstDash val="solid"/>
        </a:ln>
        <a:effectLst/>
        <a:scene3d>
          <a:camera prst="orthographicFront"/>
          <a:lightRig rig="flat" dir="t"/>
        </a:scene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C00000"/>
              </a:solidFill>
              <a:latin typeface="Times New Roman" panose="02020603050405020304" pitchFamily="18" charset="0"/>
              <a:ea typeface="Geist Bold" pitchFamily="34" charset="-122"/>
              <a:cs typeface="Times New Roman" panose="02020603050405020304" pitchFamily="18" charset="0"/>
            </a:rPr>
            <a:t>04- Question and Timestamp Generator</a:t>
          </a:r>
          <a:endParaRPr lang="en-US" sz="2400" kern="1200" dirty="0">
            <a:solidFill>
              <a:srgbClr val="C00000"/>
            </a:solidFill>
            <a:latin typeface="Times New Roman" panose="02020603050405020304" pitchFamily="18" charset="0"/>
            <a:cs typeface="Times New Roman" panose="02020603050405020304" pitchFamily="18" charset="0"/>
          </a:endParaRPr>
        </a:p>
      </dsp:txBody>
      <dsp:txXfrm>
        <a:off x="0" y="2371497"/>
        <a:ext cx="8596312" cy="641435"/>
      </dsp:txXfrm>
    </dsp:sp>
    <dsp:sp modelId="{7C883962-4C6E-4562-AACB-EDD4C6D0A7C0}">
      <dsp:nvSpPr>
        <dsp:cNvPr id="0" name=""/>
        <dsp:cNvSpPr/>
      </dsp:nvSpPr>
      <dsp:spPr>
        <a:xfrm>
          <a:off x="0" y="3124308"/>
          <a:ext cx="8596312" cy="553136"/>
        </a:xfrm>
        <a:prstGeom prst="rect">
          <a:avLst/>
        </a:prstGeom>
        <a:solidFill>
          <a:schemeClr val="lt1"/>
        </a:solidFill>
        <a:ln w="19050" cap="rnd" cmpd="sng" algn="ctr">
          <a:solidFill>
            <a:schemeClr val="accent1"/>
          </a:solidFill>
          <a:prstDash val="solid"/>
        </a:ln>
        <a:effectLst/>
        <a:scene3d>
          <a:camera prst="orthographicFront"/>
          <a:lightRig rig="flat" dir="t"/>
        </a:scene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C00000"/>
              </a:solidFill>
              <a:latin typeface="Times New Roman" panose="02020603050405020304" pitchFamily="18" charset="0"/>
              <a:ea typeface="Geist Bold" pitchFamily="34" charset="-122"/>
              <a:cs typeface="Times New Roman" panose="02020603050405020304" pitchFamily="18" charset="0"/>
            </a:rPr>
            <a:t>05- Hook &amp; Intro Suggestion Agent</a:t>
          </a:r>
          <a:endParaRPr lang="en-US" sz="2400" kern="1200" dirty="0">
            <a:solidFill>
              <a:srgbClr val="C00000"/>
            </a:solidFill>
            <a:latin typeface="Times New Roman" panose="02020603050405020304" pitchFamily="18" charset="0"/>
            <a:cs typeface="Times New Roman" panose="02020603050405020304" pitchFamily="18" charset="0"/>
          </a:endParaRPr>
        </a:p>
      </dsp:txBody>
      <dsp:txXfrm>
        <a:off x="0" y="3124308"/>
        <a:ext cx="8596312" cy="553136"/>
      </dsp:txXfrm>
    </dsp:sp>
    <dsp:sp modelId="{ADDFE8CD-277B-45D5-9289-EB8CE1386A50}">
      <dsp:nvSpPr>
        <dsp:cNvPr id="0" name=""/>
        <dsp:cNvSpPr/>
      </dsp:nvSpPr>
      <dsp:spPr>
        <a:xfrm>
          <a:off x="0" y="3788820"/>
          <a:ext cx="8596312" cy="553136"/>
        </a:xfrm>
        <a:prstGeom prst="rect">
          <a:avLst/>
        </a:prstGeom>
        <a:solidFill>
          <a:schemeClr val="lt1"/>
        </a:solidFill>
        <a:ln w="19050" cap="rnd" cmpd="sng" algn="ctr">
          <a:solidFill>
            <a:schemeClr val="accent1"/>
          </a:solidFill>
          <a:prstDash val="solid"/>
        </a:ln>
        <a:effectLst/>
        <a:scene3d>
          <a:camera prst="orthographicFront"/>
          <a:lightRig rig="flat" dir="t"/>
        </a:scene3d>
      </dsp:spPr>
      <dsp:style>
        <a:lnRef idx="2">
          <a:schemeClr val="accent1"/>
        </a:lnRef>
        <a:fillRef idx="1">
          <a:schemeClr val="lt1"/>
        </a:fillRef>
        <a:effectRef idx="0">
          <a:schemeClr val="accent1"/>
        </a:effectRef>
        <a:fontRef idx="minor">
          <a:schemeClr val="dk1"/>
        </a:fontRef>
      </dsp:style>
      <dsp:txBody>
        <a:bodyPr spcFirstLastPara="0" vert="horz" wrap="square" lIns="60960" tIns="60960" rIns="60960" bIns="60960" numCol="1" spcCol="1270" anchor="ctr" anchorCtr="0">
          <a:noAutofit/>
        </a:bodyPr>
        <a:lstStyle/>
        <a:p>
          <a:pPr lvl="0" algn="l" defTabSz="1066800">
            <a:lnSpc>
              <a:spcPct val="90000"/>
            </a:lnSpc>
            <a:spcBef>
              <a:spcPct val="0"/>
            </a:spcBef>
            <a:spcAft>
              <a:spcPct val="35000"/>
            </a:spcAft>
          </a:pPr>
          <a:r>
            <a:rPr lang="en-US" sz="2400" b="1" kern="1200" dirty="0" smtClean="0">
              <a:solidFill>
                <a:srgbClr val="C00000"/>
              </a:solidFill>
              <a:latin typeface="Times New Roman" panose="02020603050405020304" pitchFamily="18" charset="0"/>
              <a:ea typeface="Geist Bold" pitchFamily="34" charset="-122"/>
              <a:cs typeface="Times New Roman" panose="02020603050405020304" pitchFamily="18" charset="0"/>
            </a:rPr>
            <a:t>06- Episode Outline Planner</a:t>
          </a:r>
          <a:endParaRPr lang="en-US" sz="2400" kern="1200" dirty="0">
            <a:solidFill>
              <a:srgbClr val="C00000"/>
            </a:solidFill>
            <a:latin typeface="Times New Roman" panose="02020603050405020304" pitchFamily="18" charset="0"/>
            <a:cs typeface="Times New Roman" panose="02020603050405020304" pitchFamily="18" charset="0"/>
          </a:endParaRPr>
        </a:p>
      </dsp:txBody>
      <dsp:txXfrm>
        <a:off x="0" y="3788820"/>
        <a:ext cx="8596312" cy="553136"/>
      </dsp:txXfrm>
    </dsp:sp>
  </dsp:spTree>
</dsp:drawing>
</file>

<file path=ppt/diagrams/layout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6D7EEBC-0AD7-42CC-8589-45E3F48E95E1}"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A96053-E5A3-4B5F-8EF6-F0E7C8624BC4}" type="slidenum">
              <a:rPr lang="en-US" smtClean="0"/>
              <a:t>‹#›</a:t>
            </a:fld>
            <a:endParaRPr lang="en-US"/>
          </a:p>
        </p:txBody>
      </p:sp>
    </p:spTree>
    <p:extLst>
      <p:ext uri="{BB962C8B-B14F-4D97-AF65-F5344CB8AC3E}">
        <p14:creationId xmlns:p14="http://schemas.microsoft.com/office/powerpoint/2010/main" val="1701508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57732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54021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041705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39578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34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716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4/1/2026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4282140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4/1/2026</a:t>
            </a:fld>
            <a:endParaRPr lang="en-US" dirty="0"/>
          </a:p>
        </p:txBody>
      </p:sp>
    </p:spTree>
    <p:extLst>
      <p:ext uri="{BB962C8B-B14F-4D97-AF65-F5344CB8AC3E}">
        <p14:creationId xmlns:p14="http://schemas.microsoft.com/office/powerpoint/2010/main" val="2588685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3723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50591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4130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40705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869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295079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2708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4/1/2026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6150998"/>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mongodb.com/docs" TargetMode="External"/><Relationship Id="rId2" Type="http://schemas.openxmlformats.org/officeDocument/2006/relationships/hyperlink" Target="https://openai.com/research"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7893" y="1358538"/>
            <a:ext cx="7547913" cy="1097279"/>
          </a:xfrm>
        </p:spPr>
        <p:txBody>
          <a:bodyPr/>
          <a:lstStyle/>
          <a:p>
            <a:pPr algn="ctr"/>
            <a:r>
              <a:rPr lang="en-US" sz="3200" b="1" dirty="0" err="1"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PodCraft</a:t>
            </a:r>
            <a:r>
              <a:rPr lang="en-US" sz="3200"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 </a:t>
            </a:r>
            <a:r>
              <a:rPr lang="en-US" sz="32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Agentic AI Podcast Episode Planning </a:t>
            </a:r>
            <a:r>
              <a:rPr lang="en-US" sz="3200"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System</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88720" y="3396342"/>
            <a:ext cx="8085283" cy="2233749"/>
          </a:xfrm>
        </p:spPr>
        <p:txBody>
          <a:bodyPr>
            <a:normAutofit/>
          </a:bodyPr>
          <a:lstStyle/>
          <a:p>
            <a:pPr algn="l"/>
            <a:r>
              <a:rPr lang="en-US" b="1" dirty="0">
                <a:solidFill>
                  <a:srgbClr val="C00000"/>
                </a:solidFill>
                <a:latin typeface="Times New Roman" panose="02020603050405020304" pitchFamily="18" charset="0"/>
                <a:ea typeface="Geist" pitchFamily="34" charset="-122"/>
                <a:cs typeface="Times New Roman" panose="02020603050405020304" pitchFamily="18" charset="0"/>
              </a:rPr>
              <a:t>Student 1:</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Muhammad </a:t>
            </a:r>
            <a:r>
              <a:rPr lang="en-US" dirty="0" err="1">
                <a:solidFill>
                  <a:srgbClr val="C00000"/>
                </a:solidFill>
                <a:latin typeface="Times New Roman" panose="02020603050405020304" pitchFamily="18" charset="0"/>
                <a:ea typeface="Geist" pitchFamily="34" charset="-122"/>
                <a:cs typeface="Times New Roman" panose="02020603050405020304" pitchFamily="18" charset="0"/>
              </a:rPr>
              <a:t>Awais</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Ashraf (FA23-BDS-053)</a:t>
            </a:r>
            <a:endParaRPr lang="en-US" dirty="0">
              <a:solidFill>
                <a:srgbClr val="C00000"/>
              </a:solidFill>
              <a:latin typeface="Times New Roman" panose="02020603050405020304" pitchFamily="18" charset="0"/>
              <a:cs typeface="Times New Roman" panose="02020603050405020304" pitchFamily="18" charset="0"/>
            </a:endParaRPr>
          </a:p>
          <a:p>
            <a:pPr algn="l"/>
            <a:r>
              <a:rPr lang="en-US" b="1" dirty="0">
                <a:solidFill>
                  <a:srgbClr val="C00000"/>
                </a:solidFill>
                <a:latin typeface="Times New Roman" panose="02020603050405020304" pitchFamily="18" charset="0"/>
                <a:ea typeface="Geist" pitchFamily="34" charset="-122"/>
                <a:cs typeface="Times New Roman" panose="02020603050405020304" pitchFamily="18" charset="0"/>
              </a:rPr>
              <a:t>Student 2:</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a:t>
            </a:r>
            <a:r>
              <a:rPr lang="en-US" dirty="0" err="1">
                <a:solidFill>
                  <a:srgbClr val="C00000"/>
                </a:solidFill>
                <a:latin typeface="Times New Roman" panose="02020603050405020304" pitchFamily="18" charset="0"/>
                <a:ea typeface="Geist" pitchFamily="34" charset="-122"/>
                <a:cs typeface="Times New Roman" panose="02020603050405020304" pitchFamily="18" charset="0"/>
              </a:rPr>
              <a:t>Asna</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a:t>
            </a:r>
            <a:r>
              <a:rPr lang="en-US" dirty="0" err="1">
                <a:solidFill>
                  <a:srgbClr val="C00000"/>
                </a:solidFill>
                <a:latin typeface="Times New Roman" panose="02020603050405020304" pitchFamily="18" charset="0"/>
                <a:ea typeface="Geist" pitchFamily="34" charset="-122"/>
                <a:cs typeface="Times New Roman" panose="02020603050405020304" pitchFamily="18" charset="0"/>
              </a:rPr>
              <a:t>Hammad</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(FA23-BDS-051)</a:t>
            </a:r>
            <a:endParaRPr lang="en-US" dirty="0">
              <a:solidFill>
                <a:srgbClr val="C00000"/>
              </a:solidFill>
              <a:latin typeface="Times New Roman" panose="02020603050405020304" pitchFamily="18" charset="0"/>
              <a:cs typeface="Times New Roman" panose="02020603050405020304" pitchFamily="18" charset="0"/>
            </a:endParaRPr>
          </a:p>
          <a:p>
            <a:pPr algn="l"/>
            <a:r>
              <a:rPr lang="en-US" b="1" dirty="0">
                <a:solidFill>
                  <a:srgbClr val="C00000"/>
                </a:solidFill>
                <a:latin typeface="Times New Roman" panose="02020603050405020304" pitchFamily="18" charset="0"/>
                <a:ea typeface="Geist" pitchFamily="34" charset="-122"/>
                <a:cs typeface="Times New Roman" panose="02020603050405020304" pitchFamily="18" charset="0"/>
              </a:rPr>
              <a:t>Supervisor:</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a:t>
            </a:r>
            <a:r>
              <a:rPr lang="en-US" dirty="0" err="1">
                <a:solidFill>
                  <a:srgbClr val="C00000"/>
                </a:solidFill>
                <a:latin typeface="Times New Roman" panose="02020603050405020304" pitchFamily="18" charset="0"/>
                <a:ea typeface="Geist" pitchFamily="34" charset="-122"/>
                <a:cs typeface="Times New Roman" panose="02020603050405020304" pitchFamily="18" charset="0"/>
              </a:rPr>
              <a:t>Tahseen</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a:t>
            </a:r>
            <a:r>
              <a:rPr lang="en-US" dirty="0" err="1">
                <a:solidFill>
                  <a:srgbClr val="C00000"/>
                </a:solidFill>
                <a:latin typeface="Times New Roman" panose="02020603050405020304" pitchFamily="18" charset="0"/>
                <a:ea typeface="Geist" pitchFamily="34" charset="-122"/>
                <a:cs typeface="Times New Roman" panose="02020603050405020304" pitchFamily="18" charset="0"/>
              </a:rPr>
              <a:t>Riaz</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a:t>
            </a:r>
            <a:r>
              <a:rPr lang="en-US" dirty="0" err="1">
                <a:solidFill>
                  <a:srgbClr val="C00000"/>
                </a:solidFill>
                <a:latin typeface="Times New Roman" panose="02020603050405020304" pitchFamily="18" charset="0"/>
                <a:ea typeface="Geist" pitchFamily="34" charset="-122"/>
                <a:cs typeface="Times New Roman" panose="02020603050405020304" pitchFamily="18" charset="0"/>
              </a:rPr>
              <a:t>Abbassi</a:t>
            </a:r>
            <a:endParaRPr lang="en-US" dirty="0">
              <a:solidFill>
                <a:srgbClr val="C00000"/>
              </a:solidFill>
              <a:latin typeface="Times New Roman" panose="02020603050405020304" pitchFamily="18" charset="0"/>
              <a:cs typeface="Times New Roman" panose="02020603050405020304" pitchFamily="18" charset="0"/>
            </a:endParaRPr>
          </a:p>
          <a:p>
            <a:pPr algn="l"/>
            <a:r>
              <a:rPr lang="en-US" b="1" dirty="0">
                <a:solidFill>
                  <a:srgbClr val="C00000"/>
                </a:solidFill>
                <a:latin typeface="Times New Roman" panose="02020603050405020304" pitchFamily="18" charset="0"/>
                <a:ea typeface="Geist" pitchFamily="34" charset="-122"/>
                <a:cs typeface="Times New Roman" panose="02020603050405020304" pitchFamily="18" charset="0"/>
              </a:rPr>
              <a:t>Department:</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Department of Computer Science</a:t>
            </a:r>
            <a:endParaRPr lang="en-US" dirty="0">
              <a:solidFill>
                <a:srgbClr val="C00000"/>
              </a:solidFill>
              <a:latin typeface="Times New Roman" panose="02020603050405020304" pitchFamily="18" charset="0"/>
              <a:cs typeface="Times New Roman" panose="02020603050405020304" pitchFamily="18" charset="0"/>
            </a:endParaRPr>
          </a:p>
          <a:p>
            <a:pPr algn="l"/>
            <a:r>
              <a:rPr lang="en-US" b="1" dirty="0">
                <a:solidFill>
                  <a:srgbClr val="C00000"/>
                </a:solidFill>
                <a:latin typeface="Times New Roman" panose="02020603050405020304" pitchFamily="18" charset="0"/>
                <a:ea typeface="Geist" pitchFamily="34" charset="-122"/>
                <a:cs typeface="Times New Roman" panose="02020603050405020304" pitchFamily="18" charset="0"/>
              </a:rPr>
              <a:t>Submission Date:</a:t>
            </a:r>
            <a:r>
              <a:rPr lang="en-US" dirty="0">
                <a:solidFill>
                  <a:srgbClr val="C00000"/>
                </a:solidFill>
                <a:latin typeface="Times New Roman" panose="02020603050405020304" pitchFamily="18" charset="0"/>
                <a:ea typeface="Geist" pitchFamily="34" charset="-122"/>
                <a:cs typeface="Times New Roman" panose="02020603050405020304" pitchFamily="18" charset="0"/>
              </a:rPr>
              <a:t> March 18, </a:t>
            </a:r>
            <a:r>
              <a:rPr lang="en-US" dirty="0" smtClean="0">
                <a:solidFill>
                  <a:srgbClr val="C00000"/>
                </a:solidFill>
                <a:latin typeface="Times New Roman" panose="02020603050405020304" pitchFamily="18" charset="0"/>
                <a:ea typeface="Geist" pitchFamily="34" charset="-122"/>
                <a:cs typeface="Times New Roman" panose="02020603050405020304" pitchFamily="18" charset="0"/>
              </a:rPr>
              <a:t>2026</a:t>
            </a:r>
          </a:p>
          <a:p>
            <a:pPr algn="l"/>
            <a:endParaRPr lang="en-US" dirty="0">
              <a:solidFill>
                <a:srgbClr val="C00000"/>
              </a:solidFill>
              <a:latin typeface="Times New Roman" panose="02020603050405020304" pitchFamily="18" charset="0"/>
              <a:ea typeface="Geist" pitchFamily="34" charset="-122"/>
              <a:cs typeface="Times New Roman" panose="02020603050405020304" pitchFamily="18" charset="0"/>
            </a:endParaRPr>
          </a:p>
          <a:p>
            <a:pPr algn="l"/>
            <a:endParaRPr lang="en-US" dirty="0" smtClean="0">
              <a:solidFill>
                <a:srgbClr val="C00000"/>
              </a:solidFill>
              <a:latin typeface="Times New Roman" panose="02020603050405020304" pitchFamily="18" charset="0"/>
              <a:ea typeface="Geist" pitchFamily="34" charset="-122"/>
              <a:cs typeface="Times New Roman" panose="02020603050405020304" pitchFamily="18" charset="0"/>
            </a:endParaRPr>
          </a:p>
          <a:p>
            <a:pPr algn="l"/>
            <a:endParaRPr lang="en-US" dirty="0">
              <a:solidFill>
                <a:srgbClr val="C00000"/>
              </a:solidFill>
              <a:latin typeface="Times New Roman" panose="02020603050405020304" pitchFamily="18" charset="0"/>
              <a:ea typeface="Geist" pitchFamily="34" charset="-122"/>
              <a:cs typeface="Times New Roman" panose="02020603050405020304" pitchFamily="18" charset="0"/>
            </a:endParaRPr>
          </a:p>
          <a:p>
            <a:pPr algn="l"/>
            <a:endParaRPr lang="en-US" dirty="0" smtClean="0">
              <a:solidFill>
                <a:srgbClr val="C00000"/>
              </a:solidFill>
              <a:latin typeface="Times New Roman" panose="02020603050405020304" pitchFamily="18" charset="0"/>
              <a:ea typeface="Geist" pitchFamily="34" charset="-122"/>
              <a:cs typeface="Times New Roman" panose="02020603050405020304" pitchFamily="18" charset="0"/>
            </a:endParaRPr>
          </a:p>
          <a:p>
            <a:pPr algn="l"/>
            <a:endParaRPr lang="en-US" dirty="0">
              <a:solidFill>
                <a:srgbClr val="C00000"/>
              </a:solidFill>
              <a:latin typeface="Times New Roman" panose="02020603050405020304" pitchFamily="18" charset="0"/>
              <a:ea typeface="Geist" pitchFamily="34" charset="-122"/>
              <a:cs typeface="Times New Roman" panose="02020603050405020304" pitchFamily="18" charset="0"/>
            </a:endParaRPr>
          </a:p>
          <a:p>
            <a:pPr algn="l"/>
            <a:endParaRPr lang="en-US" dirty="0" smtClean="0">
              <a:solidFill>
                <a:srgbClr val="C00000"/>
              </a:solidFill>
              <a:latin typeface="Times New Roman" panose="02020603050405020304" pitchFamily="18" charset="0"/>
              <a:ea typeface="Geist" pitchFamily="34" charset="-122"/>
              <a:cs typeface="Times New Roman" panose="02020603050405020304" pitchFamily="18" charset="0"/>
            </a:endParaRPr>
          </a:p>
          <a:p>
            <a:pPr algn="l"/>
            <a:endParaRPr lang="en-US" dirty="0">
              <a:solidFill>
                <a:srgbClr val="C00000"/>
              </a:solidFill>
              <a:latin typeface="Times New Roman" panose="02020603050405020304" pitchFamily="18" charset="0"/>
              <a:cs typeface="Times New Roman" panose="02020603050405020304" pitchFamily="18" charset="0"/>
            </a:endParaRPr>
          </a:p>
          <a:p>
            <a:pPr algn="l"/>
            <a:endParaRPr 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804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indent="0">
              <a:lnSpc>
                <a:spcPts val="5800"/>
              </a:lnSpc>
            </a:pPr>
            <a:r>
              <a:rPr lang="en-US" sz="40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Project Category</a:t>
            </a:r>
            <a:endParaRPr lang="en-US" sz="4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2160590"/>
            <a:ext cx="3946917" cy="713240"/>
          </a:xfrm>
        </p:spPr>
        <p:txBody>
          <a:bodyPr/>
          <a:lstStyle/>
          <a:p>
            <a:pPr marL="0" indent="0">
              <a:buNone/>
            </a:pPr>
            <a:endParaRPr lang="en-US" dirty="0"/>
          </a:p>
        </p:txBody>
      </p:sp>
      <p:sp>
        <p:nvSpPr>
          <p:cNvPr id="7" name="Rectangle 6"/>
          <p:cNvSpPr/>
          <p:nvPr/>
        </p:nvSpPr>
        <p:spPr>
          <a:xfrm>
            <a:off x="522514" y="1750423"/>
            <a:ext cx="4284617" cy="1541417"/>
          </a:xfrm>
          <a:prstGeom prst="rect">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dirty="0" smtClean="0">
                <a:ln w="0"/>
                <a:solidFill>
                  <a:srgbClr val="C00000"/>
                </a:solidFill>
                <a:effectLst>
                  <a:outerShdw blurRad="38100" dist="25400" dir="5400000" algn="ctr" rotWithShape="0">
                    <a:srgbClr val="6E747A">
                      <a:alpha val="43000"/>
                    </a:srgbClr>
                  </a:outerShdw>
                </a:effectLst>
                <a:latin typeface="Times New Roman" panose="02020603050405020304" pitchFamily="18" charset="0"/>
                <a:ea typeface="Geist Bold" pitchFamily="34" charset="-122"/>
                <a:cs typeface="Times New Roman" panose="02020603050405020304" pitchFamily="18" charset="0"/>
              </a:rPr>
              <a:t>B- </a:t>
            </a:r>
            <a:r>
              <a:rPr lang="en-US" sz="2400" dirty="0">
                <a:ln w="0"/>
                <a:solidFill>
                  <a:srgbClr val="C00000"/>
                </a:solidFill>
                <a:effectLst>
                  <a:outerShdw blurRad="38100" dist="25400" dir="5400000" algn="ctr" rotWithShape="0">
                    <a:srgbClr val="6E747A">
                      <a:alpha val="43000"/>
                    </a:srgbClr>
                  </a:outerShdw>
                </a:effectLst>
                <a:latin typeface="Times New Roman" panose="02020603050405020304" pitchFamily="18" charset="0"/>
                <a:ea typeface="Geist Bold" pitchFamily="34" charset="-122"/>
                <a:cs typeface="Times New Roman" panose="02020603050405020304" pitchFamily="18" charset="0"/>
              </a:rPr>
              <a:t>Web Application / Web Application based Information </a:t>
            </a:r>
            <a:r>
              <a:rPr lang="en-US" sz="2400" dirty="0" smtClean="0">
                <a:ln w="0"/>
                <a:solidFill>
                  <a:srgbClr val="C00000"/>
                </a:solidFill>
                <a:effectLst>
                  <a:outerShdw blurRad="38100" dist="25400" dir="5400000" algn="ctr" rotWithShape="0">
                    <a:srgbClr val="6E747A">
                      <a:alpha val="43000"/>
                    </a:srgbClr>
                  </a:outerShdw>
                </a:effectLst>
                <a:latin typeface="Times New Roman" panose="02020603050405020304" pitchFamily="18" charset="0"/>
                <a:ea typeface="Geist Bold" pitchFamily="34" charset="-122"/>
                <a:cs typeface="Times New Roman" panose="02020603050405020304" pitchFamily="18" charset="0"/>
              </a:rPr>
              <a:t>System</a:t>
            </a:r>
            <a:endParaRPr lang="en-US" sz="2400" dirty="0">
              <a:ln w="0"/>
              <a:solidFill>
                <a:srgbClr val="C00000"/>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8" name="Rectangle 7"/>
          <p:cNvSpPr/>
          <p:nvPr/>
        </p:nvSpPr>
        <p:spPr>
          <a:xfrm>
            <a:off x="5003101" y="1720376"/>
            <a:ext cx="4284617" cy="1541417"/>
          </a:xfrm>
          <a:prstGeom prst="rect">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nSpc>
                <a:spcPts val="2900"/>
              </a:lnSpc>
            </a:pPr>
            <a:r>
              <a:rPr lang="en-US" sz="2400" dirty="0">
                <a:solidFill>
                  <a:srgbClr val="C00000"/>
                </a:solidFill>
                <a:latin typeface="Times New Roman" panose="02020603050405020304" pitchFamily="18" charset="0"/>
                <a:ea typeface="Geist Bold" pitchFamily="34" charset="-122"/>
                <a:cs typeface="Times New Roman" panose="02020603050405020304" pitchFamily="18" charset="0"/>
              </a:rPr>
              <a:t>C- Problem Solving and Artificial Intelligence</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9" name="Rectangle 8"/>
          <p:cNvSpPr/>
          <p:nvPr/>
        </p:nvSpPr>
        <p:spPr>
          <a:xfrm>
            <a:off x="508483" y="3522030"/>
            <a:ext cx="4284617" cy="1541417"/>
          </a:xfrm>
          <a:prstGeom prst="rect">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p:cNvSpPr/>
          <p:nvPr/>
        </p:nvSpPr>
        <p:spPr>
          <a:xfrm>
            <a:off x="4989385" y="3522029"/>
            <a:ext cx="4284617" cy="1541417"/>
          </a:xfrm>
          <a:prstGeom prst="rect">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p:cNvSpPr txBox="1"/>
          <p:nvPr/>
        </p:nvSpPr>
        <p:spPr>
          <a:xfrm flipH="1">
            <a:off x="549947" y="4010297"/>
            <a:ext cx="4257183" cy="443391"/>
          </a:xfrm>
          <a:prstGeom prst="rect">
            <a:avLst/>
          </a:prstGeom>
          <a:noFill/>
        </p:spPr>
        <p:txBody>
          <a:bodyPr wrap="square" rtlCol="0">
            <a:spAutoFit/>
          </a:bodyPr>
          <a:lstStyle/>
          <a:p>
            <a:pPr>
              <a:lnSpc>
                <a:spcPts val="2900"/>
              </a:lnSpc>
            </a:pPr>
            <a:r>
              <a:rPr lang="en-US" sz="2400" dirty="0" smtClean="0">
                <a:solidFill>
                  <a:srgbClr val="C00000"/>
                </a:solidFill>
                <a:latin typeface="Times New Roman" panose="02020603050405020304" pitchFamily="18" charset="0"/>
                <a:ea typeface="Geist Bold" pitchFamily="34" charset="-122"/>
                <a:cs typeface="Times New Roman" panose="02020603050405020304" pitchFamily="18" charset="0"/>
              </a:rPr>
              <a:t>E- </a:t>
            </a:r>
            <a:r>
              <a:rPr lang="en-US" sz="2400" dirty="0">
                <a:solidFill>
                  <a:srgbClr val="C00000"/>
                </a:solidFill>
                <a:latin typeface="Times New Roman" panose="02020603050405020304" pitchFamily="18" charset="0"/>
                <a:ea typeface="Geist Bold" pitchFamily="34" charset="-122"/>
                <a:cs typeface="Times New Roman" panose="02020603050405020304" pitchFamily="18" charset="0"/>
              </a:rPr>
              <a:t>Smartphone Application</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flipH="1">
            <a:off x="5016819" y="3522029"/>
            <a:ext cx="4257183" cy="1208023"/>
          </a:xfrm>
          <a:prstGeom prst="rect">
            <a:avLst/>
          </a:prstGeom>
          <a:noFill/>
        </p:spPr>
        <p:txBody>
          <a:bodyPr wrap="square" rtlCol="0">
            <a:spAutoFit/>
          </a:bodyPr>
          <a:lstStyle/>
          <a:p>
            <a:pPr>
              <a:lnSpc>
                <a:spcPts val="2900"/>
              </a:lnSpc>
            </a:pPr>
            <a:endParaRPr lang="en-US" b="1" dirty="0" smtClean="0">
              <a:solidFill>
                <a:srgbClr val="EBEDF0"/>
              </a:solidFill>
              <a:latin typeface="Geist Bold" pitchFamily="34" charset="0"/>
              <a:ea typeface="Geist Bold" pitchFamily="34" charset="-122"/>
              <a:cs typeface="Geist Bold" pitchFamily="34" charset="-120"/>
            </a:endParaRPr>
          </a:p>
          <a:p>
            <a:pPr>
              <a:lnSpc>
                <a:spcPts val="2900"/>
              </a:lnSpc>
            </a:pPr>
            <a:r>
              <a:rPr lang="en-US" sz="2400" dirty="0" smtClean="0">
                <a:solidFill>
                  <a:srgbClr val="C00000"/>
                </a:solidFill>
                <a:latin typeface="Times New Roman" panose="02020603050405020304" pitchFamily="18" charset="0"/>
                <a:ea typeface="Geist Bold" pitchFamily="34" charset="-122"/>
                <a:cs typeface="Times New Roman" panose="02020603050405020304" pitchFamily="18" charset="0"/>
              </a:rPr>
              <a:t>K- </a:t>
            </a:r>
            <a:r>
              <a:rPr lang="en-US" sz="2400" dirty="0">
                <a:solidFill>
                  <a:srgbClr val="C00000"/>
                </a:solidFill>
                <a:latin typeface="Times New Roman" panose="02020603050405020304" pitchFamily="18" charset="0"/>
                <a:ea typeface="Geist Bold" pitchFamily="34" charset="-122"/>
                <a:cs typeface="Times New Roman" panose="02020603050405020304" pitchFamily="18" charset="0"/>
              </a:rPr>
              <a:t>Other: Agentic Artificial Intelligence System</a:t>
            </a:r>
            <a:endParaRPr lang="en-US"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4760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9749" y="1247505"/>
            <a:ext cx="5094516" cy="1049382"/>
          </a:xfrm>
        </p:spPr>
        <p:txBody>
          <a:bodyPr>
            <a:normAutofit/>
          </a:bodyPr>
          <a:lstStyle/>
          <a:p>
            <a:pPr marL="342900" indent="-342900" algn="just">
              <a:lnSpc>
                <a:spcPts val="2300"/>
              </a:lnSpc>
              <a:buFont typeface="Arial" panose="020B0604020202020204" pitchFamily="34" charset="0"/>
              <a:buChar char="•"/>
            </a:pPr>
            <a:r>
              <a:rPr lang="en-US" sz="2400" dirty="0" err="1">
                <a:solidFill>
                  <a:srgbClr val="C00000"/>
                </a:solidFill>
                <a:latin typeface="Times New Roman" panose="02020603050405020304" pitchFamily="18" charset="0"/>
                <a:ea typeface="Geist" pitchFamily="34" charset="-122"/>
                <a:cs typeface="Times New Roman" panose="02020603050405020304" pitchFamily="18" charset="0"/>
              </a:rPr>
              <a:t>PodCraft</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 simplifies and automates podcast episode planning using intelligent autonomous agents.</a:t>
            </a:r>
            <a:endParaRPr lang="en-US" sz="2400" dirty="0">
              <a:solidFill>
                <a:srgbClr val="C00000"/>
              </a:solidFill>
              <a:latin typeface="Times New Roman" panose="02020603050405020304" pitchFamily="18" charset="0"/>
              <a:cs typeface="Times New Roman" panose="02020603050405020304" pitchFamily="18" charset="0"/>
            </a:endParaRPr>
          </a:p>
        </p:txBody>
      </p:sp>
      <p:pic>
        <p:nvPicPr>
          <p:cNvPr id="4" name="Image 0" descr="preencoded.png"/>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0" y="0"/>
            <a:ext cx="4323806" cy="6858000"/>
          </a:xfrm>
          <a:prstGeom prst="rect">
            <a:avLst/>
          </a:prstGeom>
        </p:spPr>
      </p:pic>
      <p:sp>
        <p:nvSpPr>
          <p:cNvPr id="5" name="Title 1"/>
          <p:cNvSpPr txBox="1">
            <a:spLocks/>
          </p:cNvSpPr>
          <p:nvPr/>
        </p:nvSpPr>
        <p:spPr>
          <a:xfrm>
            <a:off x="4519749" y="357052"/>
            <a:ext cx="4906653" cy="73587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chemeClr val="accent1">
                    <a:lumMod val="75000"/>
                  </a:schemeClr>
                </a:solidFill>
                <a:latin typeface="Times New Roman" panose="02020603050405020304" pitchFamily="18" charset="0"/>
                <a:cs typeface="Times New Roman" panose="02020603050405020304" pitchFamily="18" charset="0"/>
              </a:rPr>
              <a:t>Abstract</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4519749" y="2357504"/>
            <a:ext cx="5094516" cy="1272143"/>
          </a:xfrm>
          <a:prstGeom prst="rect">
            <a:avLst/>
          </a:prstGeom>
        </p:spPr>
        <p:txBody>
          <a:bodyPr wrap="square">
            <a:spAutoFit/>
          </a:bodyPr>
          <a:lstStyle/>
          <a:p>
            <a:pPr marL="342900" indent="-342900" algn="just">
              <a:lnSpc>
                <a:spcPts val="2300"/>
              </a:lnSpc>
              <a:buFont typeface="Arial" panose="020B0604020202020204" pitchFamily="34" charset="0"/>
              <a:buChar char="•"/>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It addresses the gap in unified platforms by researching topics, generating structured questions, and designing episode outlines.</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4519749" y="3778949"/>
            <a:ext cx="5094516" cy="977191"/>
          </a:xfrm>
          <a:prstGeom prst="rect">
            <a:avLst/>
          </a:prstGeom>
        </p:spPr>
        <p:txBody>
          <a:bodyPr wrap="square">
            <a:spAutoFit/>
          </a:bodyPr>
          <a:lstStyle/>
          <a:p>
            <a:pPr marL="342900" indent="-342900" algn="just">
              <a:lnSpc>
                <a:spcPts val="2300"/>
              </a:lnSpc>
              <a:buFont typeface="Arial" panose="020B0604020202020204" pitchFamily="34" charset="0"/>
              <a:buChar char="•"/>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The system enhances time management with timestamped segments and guided content flow.</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4519749" y="4905442"/>
            <a:ext cx="5094516" cy="977191"/>
          </a:xfrm>
          <a:prstGeom prst="rect">
            <a:avLst/>
          </a:prstGeom>
        </p:spPr>
        <p:txBody>
          <a:bodyPr wrap="square">
            <a:spAutoFit/>
          </a:bodyPr>
          <a:lstStyle/>
          <a:p>
            <a:pPr marL="342900" indent="-342900" algn="just">
              <a:lnSpc>
                <a:spcPts val="2300"/>
              </a:lnSpc>
              <a:buFont typeface="Arial" panose="020B0604020202020204" pitchFamily="34" charset="0"/>
              <a:buChar char="•"/>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The goal is to improve productivity and raise production quality through intelligent automation.</a:t>
            </a:r>
            <a:endParaRPr lang="en-US"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5585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7383"/>
            <a:ext cx="8596668" cy="783659"/>
          </a:xfrm>
        </p:spPr>
        <p:txBody>
          <a:bodyPr>
            <a:normAutofit fontScale="90000"/>
          </a:bodyPr>
          <a:lstStyle/>
          <a:p>
            <a:pPr marL="0" indent="0">
              <a:lnSpc>
                <a:spcPts val="5800"/>
              </a:lnSpc>
            </a:pPr>
            <a:r>
              <a:rPr lang="en-US" sz="4000"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Research Based Project</a:t>
            </a:r>
            <a:endParaRPr lang="en-US" sz="4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2087266"/>
            <a:ext cx="5035490" cy="603683"/>
          </a:xfrm>
        </p:spPr>
        <p:txBody>
          <a:bodyPr>
            <a:noAutofit/>
          </a:bodyPr>
          <a:lstStyle/>
          <a:p>
            <a:pPr marL="0" indent="0">
              <a:lnSpc>
                <a:spcPts val="3450"/>
              </a:lnSpc>
              <a:buNone/>
            </a:pPr>
            <a:r>
              <a:rPr lang="en-US" sz="36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Papers to be Studied:</a:t>
            </a:r>
            <a:endParaRPr lang="en-US" sz="36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Content Placeholder 2"/>
          <p:cNvSpPr txBox="1">
            <a:spLocks/>
          </p:cNvSpPr>
          <p:nvPr/>
        </p:nvSpPr>
        <p:spPr>
          <a:xfrm>
            <a:off x="829734" y="1277258"/>
            <a:ext cx="1673980" cy="603793"/>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4000" b="1" dirty="0" smtClean="0">
                <a:solidFill>
                  <a:srgbClr val="C00000"/>
                </a:solidFill>
                <a:latin typeface="Times New Roman" panose="02020603050405020304" pitchFamily="18" charset="0"/>
                <a:cs typeface="Times New Roman" panose="02020603050405020304" pitchFamily="18" charset="0"/>
              </a:rPr>
              <a:t>Yes</a:t>
            </a:r>
            <a:endParaRPr lang="en-US" sz="4000" b="1" dirty="0">
              <a:solidFill>
                <a:srgbClr val="C00000"/>
              </a:solidFill>
              <a:latin typeface="Times New Roman" panose="02020603050405020304" pitchFamily="18" charset="0"/>
              <a:cs typeface="Times New Roman" panose="02020603050405020304" pitchFamily="18" charset="0"/>
            </a:endParaRPr>
          </a:p>
        </p:txBody>
      </p:sp>
      <p:sp>
        <p:nvSpPr>
          <p:cNvPr id="5" name="Rectangle 4"/>
          <p:cNvSpPr/>
          <p:nvPr/>
        </p:nvSpPr>
        <p:spPr>
          <a:xfrm>
            <a:off x="677333" y="2880526"/>
            <a:ext cx="8466666" cy="682238"/>
          </a:xfrm>
          <a:prstGeom prst="rect">
            <a:avLst/>
          </a:prstGeom>
        </p:spPr>
        <p:txBody>
          <a:bodyPr wrap="square">
            <a:spAutoFit/>
          </a:bodyPr>
          <a:lstStyle/>
          <a:p>
            <a:pPr>
              <a:lnSpc>
                <a:spcPts val="2300"/>
              </a:lnSpc>
            </a:pPr>
            <a:r>
              <a:rPr lang="en-US" sz="2400" i="1" dirty="0">
                <a:solidFill>
                  <a:srgbClr val="C00000"/>
                </a:solidFill>
                <a:latin typeface="Times New Roman" panose="02020603050405020304" pitchFamily="18" charset="0"/>
                <a:ea typeface="Geist" pitchFamily="34" charset="-122"/>
                <a:cs typeface="Times New Roman" panose="02020603050405020304" pitchFamily="18" charset="0"/>
              </a:rPr>
              <a:t>Software Engineering: A Practitioner's Approach</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 (R. S. Pressman &amp; B. R. Maxim)</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6" name="Rectangle 5"/>
          <p:cNvSpPr/>
          <p:nvPr/>
        </p:nvSpPr>
        <p:spPr>
          <a:xfrm>
            <a:off x="677333" y="3679637"/>
            <a:ext cx="8466666" cy="387286"/>
          </a:xfrm>
          <a:prstGeom prst="rect">
            <a:avLst/>
          </a:prstGeom>
        </p:spPr>
        <p:txBody>
          <a:bodyPr wrap="square">
            <a:spAutoFit/>
          </a:bodyPr>
          <a:lstStyle/>
          <a:p>
            <a:pPr>
              <a:lnSpc>
                <a:spcPts val="2300"/>
              </a:lnSpc>
            </a:pPr>
            <a:r>
              <a:rPr lang="en-US" sz="2400" i="1" dirty="0">
                <a:solidFill>
                  <a:srgbClr val="C00000"/>
                </a:solidFill>
                <a:latin typeface="Times New Roman" panose="02020603050405020304" pitchFamily="18" charset="0"/>
                <a:ea typeface="Geist" pitchFamily="34" charset="-122"/>
                <a:cs typeface="Times New Roman" panose="02020603050405020304" pitchFamily="18" charset="0"/>
              </a:rPr>
              <a:t>Artificial Intelligence in Content Generation</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 (S. B. Roy &amp; A. Das)</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677333" y="4185762"/>
            <a:ext cx="8466666" cy="682238"/>
          </a:xfrm>
          <a:prstGeom prst="rect">
            <a:avLst/>
          </a:prstGeom>
        </p:spPr>
        <p:txBody>
          <a:bodyPr wrap="square">
            <a:spAutoFit/>
          </a:bodyPr>
          <a:lstStyle/>
          <a:p>
            <a:pPr>
              <a:lnSpc>
                <a:spcPts val="2300"/>
              </a:lnSpc>
            </a:pPr>
            <a:r>
              <a:rPr lang="en-US" sz="2400" i="1" dirty="0">
                <a:solidFill>
                  <a:srgbClr val="C00000"/>
                </a:solidFill>
                <a:latin typeface="Times New Roman" panose="02020603050405020304" pitchFamily="18" charset="0"/>
                <a:ea typeface="Geist" pitchFamily="34" charset="-122"/>
                <a:cs typeface="Times New Roman" panose="02020603050405020304" pitchFamily="18" charset="0"/>
              </a:rPr>
              <a:t>Applications of Natural Language Processing in Digital Media</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 (L. Zhang &amp; M. Lee)</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8" name="Rectangle 7"/>
          <p:cNvSpPr/>
          <p:nvPr/>
        </p:nvSpPr>
        <p:spPr>
          <a:xfrm>
            <a:off x="677333" y="4986839"/>
            <a:ext cx="8466666" cy="682238"/>
          </a:xfrm>
          <a:prstGeom prst="rect">
            <a:avLst/>
          </a:prstGeom>
        </p:spPr>
        <p:txBody>
          <a:bodyPr wrap="square">
            <a:spAutoFit/>
          </a:bodyPr>
          <a:lstStyle/>
          <a:p>
            <a:pPr>
              <a:lnSpc>
                <a:spcPts val="2300"/>
              </a:lnSpc>
            </a:pPr>
            <a:r>
              <a:rPr lang="en-US" sz="2400" i="1" dirty="0">
                <a:solidFill>
                  <a:srgbClr val="C00000"/>
                </a:solidFill>
                <a:latin typeface="Times New Roman" panose="02020603050405020304" pitchFamily="18" charset="0"/>
                <a:ea typeface="Geist" pitchFamily="34" charset="-122"/>
                <a:cs typeface="Times New Roman" panose="02020603050405020304" pitchFamily="18" charset="0"/>
              </a:rPr>
              <a:t>Automated Content Structuring Using Intelligent Agents</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 (J. Kim &amp; P. Robinson)</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9" name="Rectangle 8"/>
          <p:cNvSpPr/>
          <p:nvPr/>
        </p:nvSpPr>
        <p:spPr>
          <a:xfrm>
            <a:off x="677333" y="5787916"/>
            <a:ext cx="8179283" cy="682238"/>
          </a:xfrm>
          <a:prstGeom prst="rect">
            <a:avLst/>
          </a:prstGeom>
        </p:spPr>
        <p:txBody>
          <a:bodyPr wrap="square">
            <a:spAutoFit/>
          </a:bodyPr>
          <a:lstStyle/>
          <a:p>
            <a:pPr>
              <a:lnSpc>
                <a:spcPts val="2300"/>
              </a:lnSpc>
            </a:pPr>
            <a:r>
              <a:rPr lang="en-US" sz="2400" i="1" dirty="0">
                <a:solidFill>
                  <a:srgbClr val="C00000"/>
                </a:solidFill>
                <a:latin typeface="Times New Roman" panose="02020603050405020304" pitchFamily="18" charset="0"/>
                <a:ea typeface="Geist" pitchFamily="34" charset="-122"/>
                <a:cs typeface="Times New Roman" panose="02020603050405020304" pitchFamily="18" charset="0"/>
              </a:rPr>
              <a:t>AI-Based Conversational Systems for Creative Industries</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 (T. Williams)</a:t>
            </a:r>
            <a:endParaRPr lang="en-US"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405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09749"/>
          </a:xfrm>
        </p:spPr>
        <p:txBody>
          <a:bodyPr/>
          <a:lstStyle/>
          <a:p>
            <a:r>
              <a:rPr lang="en-US" b="1" dirty="0" smtClean="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463040"/>
            <a:ext cx="6663992" cy="5185954"/>
          </a:xfrm>
        </p:spPr>
        <p:txBody>
          <a:bodyPr>
            <a:normAutofit/>
          </a:bodyPr>
          <a:lstStyle/>
          <a:p>
            <a:pPr marL="0" indent="0">
              <a:lnSpc>
                <a:spcPts val="2850"/>
              </a:lnSpc>
              <a:buNone/>
            </a:pPr>
            <a:r>
              <a:rPr lang="en-US" sz="2400" b="1" dirty="0">
                <a:solidFill>
                  <a:srgbClr val="C00000"/>
                </a:solidFill>
                <a:latin typeface="Times New Roman" panose="02020603050405020304" pitchFamily="18" charset="0"/>
                <a:ea typeface="Geist Bold" pitchFamily="34" charset="-122"/>
                <a:cs typeface="Times New Roman" panose="02020603050405020304" pitchFamily="18" charset="0"/>
              </a:rPr>
              <a:t>Purpose</a:t>
            </a:r>
            <a:r>
              <a:rPr lang="en-US" sz="2400" b="1" dirty="0" smtClean="0">
                <a:solidFill>
                  <a:srgbClr val="C00000"/>
                </a:solidFill>
                <a:latin typeface="Times New Roman" panose="02020603050405020304" pitchFamily="18" charset="0"/>
                <a:ea typeface="Geist Bold" pitchFamily="34" charset="-122"/>
                <a:cs typeface="Times New Roman" panose="02020603050405020304" pitchFamily="18" charset="0"/>
              </a:rPr>
              <a:t>:</a:t>
            </a:r>
          </a:p>
          <a:p>
            <a:pPr marL="0" indent="0">
              <a:lnSpc>
                <a:spcPts val="2850"/>
              </a:lnSpc>
              <a:buNone/>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To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develop a smart platform that assists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podcasters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in preparing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structured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episodes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with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minimal manual effort</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a:t>
            </a:r>
          </a:p>
          <a:p>
            <a:pPr marL="0" indent="0">
              <a:lnSpc>
                <a:spcPts val="2850"/>
              </a:lnSpc>
              <a:buNone/>
            </a:pPr>
            <a:r>
              <a:rPr lang="en-US" sz="2400" b="1" dirty="0">
                <a:solidFill>
                  <a:srgbClr val="C00000"/>
                </a:solidFill>
                <a:latin typeface="Times New Roman" panose="02020603050405020304" pitchFamily="18" charset="0"/>
                <a:ea typeface="Geist Bold" pitchFamily="34" charset="-122"/>
                <a:cs typeface="Times New Roman" panose="02020603050405020304" pitchFamily="18" charset="0"/>
              </a:rPr>
              <a:t>Key Goals:</a:t>
            </a:r>
            <a:endParaRPr lang="en-US" sz="2400" dirty="0">
              <a:solidFill>
                <a:srgbClr val="C00000"/>
              </a:solidFill>
              <a:latin typeface="Times New Roman" panose="02020603050405020304" pitchFamily="18" charset="0"/>
              <a:cs typeface="Times New Roman" panose="02020603050405020304" pitchFamily="18" charset="0"/>
            </a:endParaRPr>
          </a:p>
          <a:p>
            <a:pPr marL="0" indent="0">
              <a:lnSpc>
                <a:spcPts val="2300"/>
              </a:lnSpc>
              <a:buSzPct val="100000"/>
              <a:buNone/>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Modernize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podcast planning by combining AI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automation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with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creative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assistance.</a:t>
            </a:r>
            <a:endParaRPr lang="en-US" sz="2400" dirty="0">
              <a:solidFill>
                <a:srgbClr val="C00000"/>
              </a:solidFill>
              <a:latin typeface="Times New Roman" panose="02020603050405020304" pitchFamily="18" charset="0"/>
              <a:cs typeface="Times New Roman" panose="02020603050405020304" pitchFamily="18" charset="0"/>
            </a:endParaRPr>
          </a:p>
          <a:p>
            <a:pPr marL="0" indent="0">
              <a:lnSpc>
                <a:spcPts val="2300"/>
              </a:lnSpc>
              <a:buSzPct val="100000"/>
              <a:buNone/>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Provide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intelligent research, content planning,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and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episode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structuring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support.</a:t>
            </a:r>
            <a:endParaRPr lang="en-US" sz="2400" dirty="0">
              <a:solidFill>
                <a:srgbClr val="C00000"/>
              </a:solidFill>
              <a:latin typeface="Times New Roman" panose="02020603050405020304" pitchFamily="18" charset="0"/>
              <a:cs typeface="Times New Roman" panose="02020603050405020304" pitchFamily="18" charset="0"/>
            </a:endParaRPr>
          </a:p>
          <a:p>
            <a:pPr marL="0" indent="0">
              <a:lnSpc>
                <a:spcPts val="2850"/>
              </a:lnSpc>
              <a:buNone/>
            </a:pPr>
            <a:r>
              <a:rPr lang="en-US" sz="2400" b="1" dirty="0">
                <a:solidFill>
                  <a:srgbClr val="C00000"/>
                </a:solidFill>
                <a:latin typeface="Times New Roman" panose="02020603050405020304" pitchFamily="18" charset="0"/>
                <a:ea typeface="Geist Bold" pitchFamily="34" charset="-122"/>
                <a:cs typeface="Times New Roman" panose="02020603050405020304" pitchFamily="18" charset="0"/>
              </a:rPr>
              <a:t>Impact:</a:t>
            </a:r>
            <a:endParaRPr lang="en-US" sz="2400" dirty="0">
              <a:solidFill>
                <a:srgbClr val="C00000"/>
              </a:solidFill>
              <a:latin typeface="Times New Roman" panose="02020603050405020304" pitchFamily="18" charset="0"/>
              <a:cs typeface="Times New Roman" panose="02020603050405020304" pitchFamily="18" charset="0"/>
            </a:endParaRPr>
          </a:p>
          <a:p>
            <a:pPr marL="0" indent="0">
              <a:lnSpc>
                <a:spcPts val="2850"/>
              </a:lnSpc>
              <a:buNone/>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Supports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creators in educational, entertainment,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	and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professional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fields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globally.</a:t>
            </a:r>
            <a:endParaRPr lang="en-US" sz="2400" dirty="0">
              <a:solidFill>
                <a:srgbClr val="C00000"/>
              </a:solidFill>
              <a:latin typeface="Times New Roman" panose="02020603050405020304" pitchFamily="18" charset="0"/>
              <a:cs typeface="Times New Roman" panose="02020603050405020304" pitchFamily="18" charset="0"/>
            </a:endParaRPr>
          </a:p>
          <a:p>
            <a:pPr marL="0" indent="0">
              <a:lnSpc>
                <a:spcPts val="2850"/>
              </a:lnSpc>
              <a:buNone/>
            </a:pPr>
            <a:endParaRPr lang="en-US" sz="2400" dirty="0">
              <a:solidFill>
                <a:srgbClr val="C00000"/>
              </a:solidFill>
              <a:latin typeface="Times New Roman" panose="02020603050405020304" pitchFamily="18" charset="0"/>
              <a:cs typeface="Times New Roman" panose="02020603050405020304" pitchFamily="18" charset="0"/>
            </a:endParaRPr>
          </a:p>
          <a:p>
            <a:pPr marL="0" indent="0">
              <a:lnSpc>
                <a:spcPts val="2850"/>
              </a:lnSpc>
              <a:buNone/>
            </a:pPr>
            <a:endParaRPr lang="en-US" sz="2400" dirty="0">
              <a:solidFill>
                <a:srgbClr val="C00000"/>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41326" y="52252"/>
            <a:ext cx="4850674" cy="6858000"/>
          </a:xfrm>
          <a:prstGeom prst="rect">
            <a:avLst/>
          </a:prstGeom>
        </p:spPr>
      </p:pic>
    </p:spTree>
    <p:extLst>
      <p:ext uri="{BB962C8B-B14F-4D97-AF65-F5344CB8AC3E}">
        <p14:creationId xmlns:p14="http://schemas.microsoft.com/office/powerpoint/2010/main" val="4165490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4320"/>
            <a:ext cx="8596668" cy="718457"/>
          </a:xfrm>
        </p:spPr>
        <p:txBody>
          <a:bodyPr/>
          <a:lstStyle/>
          <a:p>
            <a:r>
              <a:rPr lang="en-US" b="1" dirty="0" smtClean="0">
                <a:latin typeface="Times New Roman" panose="02020603050405020304" pitchFamily="18" charset="0"/>
                <a:cs typeface="Times New Roman" panose="02020603050405020304" pitchFamily="18" charset="0"/>
              </a:rPr>
              <a:t>Problem Statement</a:t>
            </a:r>
            <a:endParaRPr lang="en-US" b="1" dirty="0">
              <a:latin typeface="Times New Roman" panose="02020603050405020304" pitchFamily="18" charset="0"/>
              <a:cs typeface="Times New Roman" panose="02020603050405020304" pitchFamily="18" charset="0"/>
            </a:endParaRPr>
          </a:p>
        </p:txBody>
      </p:sp>
      <p:sp>
        <p:nvSpPr>
          <p:cNvPr id="6" name="Rectangle 1"/>
          <p:cNvSpPr>
            <a:spLocks noGrp="1" noChangeArrowheads="1"/>
          </p:cNvSpPr>
          <p:nvPr>
            <p:ph idx="1"/>
          </p:nvPr>
        </p:nvSpPr>
        <p:spPr bwMode="auto">
          <a:xfrm>
            <a:off x="483327" y="964235"/>
            <a:ext cx="9000308" cy="603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Problem &amp; Solution</a:t>
            </a:r>
            <a:endParaRPr kumimoji="0" lang="en-US" altLang="en-US" sz="20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The Problem:</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Podcast creators struggle with "Information Overload" and "Structuring Fatigue“, spending more time researching and organizing than actually recording.</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The Solution:</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PodCraft</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automates the research-to-script pipeline, transforming raw data into structured, timestamped episode plans</a:t>
            </a:r>
            <a:r>
              <a:rPr kumimoji="0" lang="en-US" altLang="en-US" sz="18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Motivation (Why develop this system?)</a:t>
            </a:r>
            <a:endParaRPr kumimoji="0" lang="en-US" altLang="en-US" sz="20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To provide a </a:t>
            </a: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"Digital Executive Producer"</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for independent creators who lack professional staff.</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To explore the efficiency of </a:t>
            </a: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Agentic Workflows</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where multiple AI agents collaborate to ensure factual accuracy and creative flow.</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Existing Systems &amp; Learning Value</a:t>
            </a:r>
            <a:endParaRPr kumimoji="0" lang="en-US" altLang="en-US" sz="20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Similar Systems:</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Tools like </a:t>
            </a:r>
            <a:r>
              <a:rPr kumimoji="0" lang="en-US" altLang="en-US" sz="18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ChatGPT</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(General AI) or Descript (Post-production) exist but lack integrated, autonomous planning workflows.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Re-implementation Value:</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Building this system allows us to move beyond simple prompt-response models and master </a:t>
            </a: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Multi-Agent Orchestration</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ensuring more reliable and context-aware outputs.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Expected Skill Acquisition</a:t>
            </a:r>
            <a:endParaRPr kumimoji="0" lang="en-US" altLang="en-US" sz="20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Technical:</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Multi-Agent Frameworks (</a:t>
            </a:r>
            <a:r>
              <a:rPr kumimoji="0" lang="en-US" altLang="en-US" sz="18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CrewAI</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LangChain</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Vector Databases for RAG, and Full-stack development.</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Professional:</a:t>
            </a:r>
            <a:r>
              <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Prompt Engineering, System Design, and Agile Project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536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09749"/>
          </a:xfrm>
        </p:spPr>
        <p:txBody>
          <a:bodyPr/>
          <a:lstStyle/>
          <a:p>
            <a:r>
              <a:rPr lang="en-US" b="1" dirty="0" smtClean="0">
                <a:latin typeface="Times New Roman" panose="02020603050405020304" pitchFamily="18" charset="0"/>
                <a:cs typeface="Times New Roman" panose="02020603050405020304" pitchFamily="18" charset="0"/>
              </a:rPr>
              <a:t>Problem Solution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350692"/>
            <a:ext cx="8596668" cy="1810519"/>
          </a:xfrm>
        </p:spPr>
        <p:txBody>
          <a:bodyPr>
            <a:normAutofit/>
          </a:bodyPr>
          <a:lstStyle/>
          <a:p>
            <a:pPr marL="0" indent="0">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The Solution:</a:t>
            </a:r>
          </a:p>
          <a:p>
            <a:pPr marL="0" indent="0">
              <a:buNone/>
            </a:pPr>
            <a:r>
              <a:rPr lang="en-US" sz="2400" dirty="0" err="1">
                <a:solidFill>
                  <a:srgbClr val="C00000"/>
                </a:solidFill>
                <a:latin typeface="Times New Roman" panose="02020603050405020304" pitchFamily="18" charset="0"/>
                <a:ea typeface="Geist" pitchFamily="34" charset="-122"/>
                <a:cs typeface="Times New Roman" panose="02020603050405020304" pitchFamily="18" charset="0"/>
              </a:rPr>
              <a:t>PodCraft</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 introduces an agent-based platform that automates planning from idea to outline.</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r>
              <a:rPr lang="en-US" sz="24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Objectives: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a:p>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graphicFrame>
        <p:nvGraphicFramePr>
          <p:cNvPr id="4" name="Diagram 3"/>
          <p:cNvGraphicFramePr/>
          <p:nvPr>
            <p:extLst>
              <p:ext uri="{D42A27DB-BD31-4B8C-83A1-F6EECF244321}">
                <p14:modId xmlns:p14="http://schemas.microsoft.com/office/powerpoint/2010/main" val="4083858924"/>
              </p:ext>
            </p:extLst>
          </p:nvPr>
        </p:nvGraphicFramePr>
        <p:xfrm>
          <a:off x="809898" y="3192554"/>
          <a:ext cx="8046719" cy="2751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55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183" y="63941"/>
            <a:ext cx="8792953" cy="931818"/>
          </a:xfrm>
        </p:spPr>
        <p:txBody>
          <a:bodyPr>
            <a:normAutofit fontScale="90000"/>
          </a:bodyPr>
          <a:lstStyle/>
          <a:p>
            <a:pPr>
              <a:lnSpc>
                <a:spcPts val="5800"/>
              </a:lnSpc>
            </a:pPr>
            <a:r>
              <a:rPr lang="en-US"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Related System Analysis (Literature Review)</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1" name="Title 1"/>
          <p:cNvSpPr txBox="1">
            <a:spLocks/>
          </p:cNvSpPr>
          <p:nvPr/>
        </p:nvSpPr>
        <p:spPr>
          <a:xfrm>
            <a:off x="677334" y="609600"/>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ts val="5800"/>
              </a:lnSpc>
            </a:pPr>
            <a:endParaRPr lang="en-US" sz="4000" dirty="0">
              <a:solidFill>
                <a:schemeClr val="accent1">
                  <a:lumMod val="75000"/>
                </a:schemeClr>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658101194"/>
              </p:ext>
            </p:extLst>
          </p:nvPr>
        </p:nvGraphicFramePr>
        <p:xfrm>
          <a:off x="701182" y="1097280"/>
          <a:ext cx="8429755" cy="4980356"/>
        </p:xfrm>
        <a:graphic>
          <a:graphicData uri="http://schemas.openxmlformats.org/drawingml/2006/table">
            <a:tbl>
              <a:tblPr firstRow="1" firstCol="1" bandRow="1">
                <a:tableStyleId>{5C22544A-7EE6-4342-B048-85BDC9FD1C3A}</a:tableStyleId>
              </a:tblPr>
              <a:tblGrid>
                <a:gridCol w="2301453">
                  <a:extLst>
                    <a:ext uri="{9D8B030D-6E8A-4147-A177-3AD203B41FA5}">
                      <a16:colId xmlns:a16="http://schemas.microsoft.com/office/drawing/2014/main" val="20000"/>
                    </a:ext>
                  </a:extLst>
                </a:gridCol>
                <a:gridCol w="3156917">
                  <a:extLst>
                    <a:ext uri="{9D8B030D-6E8A-4147-A177-3AD203B41FA5}">
                      <a16:colId xmlns:a16="http://schemas.microsoft.com/office/drawing/2014/main" val="20001"/>
                    </a:ext>
                  </a:extLst>
                </a:gridCol>
                <a:gridCol w="2971385">
                  <a:extLst>
                    <a:ext uri="{9D8B030D-6E8A-4147-A177-3AD203B41FA5}">
                      <a16:colId xmlns:a16="http://schemas.microsoft.com/office/drawing/2014/main" val="20002"/>
                    </a:ext>
                  </a:extLst>
                </a:gridCol>
              </a:tblGrid>
              <a:tr h="591236">
                <a:tc>
                  <a:txBody>
                    <a:bodyPr/>
                    <a:lstStyle/>
                    <a:p>
                      <a:pPr marL="0" marR="0" algn="ctr">
                        <a:lnSpc>
                          <a:spcPct val="150000"/>
                        </a:lnSpc>
                        <a:spcBef>
                          <a:spcPts val="0"/>
                        </a:spcBef>
                        <a:spcAft>
                          <a:spcPts val="0"/>
                        </a:spcAft>
                        <a:tabLst>
                          <a:tab pos="1333500" algn="l"/>
                        </a:tabLst>
                      </a:pPr>
                      <a:r>
                        <a:rPr lang="en-US" sz="1800" dirty="0">
                          <a:solidFill>
                            <a:schemeClr val="bg1"/>
                          </a:solidFill>
                          <a:effectLst/>
                          <a:latin typeface="Times New Roman" panose="02020603050405020304" pitchFamily="18" charset="0"/>
                          <a:cs typeface="Times New Roman" panose="02020603050405020304" pitchFamily="18" charset="0"/>
                        </a:rPr>
                        <a:t>Application Name</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dirty="0">
                          <a:solidFill>
                            <a:schemeClr val="bg1"/>
                          </a:solidFill>
                          <a:effectLst/>
                          <a:latin typeface="Times New Roman" panose="02020603050405020304" pitchFamily="18" charset="0"/>
                          <a:cs typeface="Times New Roman" panose="02020603050405020304" pitchFamily="18" charset="0"/>
                        </a:rPr>
                        <a:t>Weakness </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1800" dirty="0">
                          <a:solidFill>
                            <a:schemeClr val="bg1"/>
                          </a:solidFill>
                          <a:effectLst/>
                          <a:latin typeface="Times New Roman" panose="02020603050405020304" pitchFamily="18" charset="0"/>
                          <a:cs typeface="Times New Roman" panose="02020603050405020304" pitchFamily="18" charset="0"/>
                        </a:rPr>
                        <a:t>Proposed Project Solution</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985394">
                <a:tc>
                  <a:txBody>
                    <a:bodyPr/>
                    <a:lstStyle/>
                    <a:p>
                      <a:pPr marL="0" indent="0">
                        <a:buNone/>
                      </a:pPr>
                      <a:r>
                        <a:rPr lang="en-US" sz="1800" b="1" dirty="0" smtClean="0">
                          <a:solidFill>
                            <a:schemeClr val="bg1"/>
                          </a:solidFill>
                          <a:latin typeface="Times New Roman" panose="02020603050405020304" pitchFamily="18" charset="0"/>
                          <a:ea typeface="Geist Bold" pitchFamily="34" charset="-122"/>
                          <a:cs typeface="Times New Roman" panose="02020603050405020304" pitchFamily="18" charset="0"/>
                        </a:rPr>
                        <a:t>Descript:</a:t>
                      </a:r>
                    </a:p>
                  </a:txBody>
                  <a:tcPr marL="68580" marR="68580" marT="0" marB="0"/>
                </a:tc>
                <a:tc>
                  <a:txBody>
                    <a:bodyPr/>
                    <a:lstStyle/>
                    <a:p>
                      <a:pPr marL="0" marR="0">
                        <a:lnSpc>
                          <a:spcPct val="100000"/>
                        </a:lnSpc>
                        <a:spcBef>
                          <a:spcPts val="0"/>
                        </a:spcBef>
                        <a:spcAft>
                          <a:spcPts val="0"/>
                        </a:spcAft>
                      </a:pPr>
                      <a:r>
                        <a:rPr lang="en-US" sz="1800" dirty="0" smtClean="0">
                          <a:solidFill>
                            <a:schemeClr val="tx1"/>
                          </a:solidFill>
                          <a:latin typeface="Times New Roman" panose="02020603050405020304" pitchFamily="18" charset="0"/>
                          <a:ea typeface="Geist" pitchFamily="34" charset="-122"/>
                          <a:cs typeface="Times New Roman" panose="02020603050405020304" pitchFamily="18" charset="0"/>
                        </a:rPr>
                        <a:t>no research or planning support.</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smtClean="0">
                          <a:solidFill>
                            <a:schemeClr val="tx1"/>
                          </a:solidFill>
                          <a:latin typeface="Times New Roman" panose="02020603050405020304" pitchFamily="18" charset="0"/>
                          <a:cs typeface="Times New Roman" panose="02020603050405020304" pitchFamily="18" charset="0"/>
                        </a:rPr>
                        <a:t>Provides automated topic research, structured planning, and complete episode outlines </a:t>
                      </a:r>
                      <a:r>
                        <a:rPr lang="en-US" sz="1800" i="0" dirty="0" smtClean="0">
                          <a:solidFill>
                            <a:schemeClr val="tx1"/>
                          </a:solidFill>
                          <a:latin typeface="Times New Roman" panose="02020603050405020304" pitchFamily="18" charset="0"/>
                          <a:cs typeface="Times New Roman" panose="02020603050405020304" pitchFamily="18" charset="0"/>
                        </a:rPr>
                        <a:t>before</a:t>
                      </a:r>
                      <a:r>
                        <a:rPr lang="en-US" sz="1800" dirty="0" smtClean="0">
                          <a:solidFill>
                            <a:schemeClr val="tx1"/>
                          </a:solidFill>
                          <a:latin typeface="Times New Roman" panose="02020603050405020304" pitchFamily="18" charset="0"/>
                          <a:cs typeface="Times New Roman" panose="02020603050405020304" pitchFamily="18" charset="0"/>
                        </a:rPr>
                        <a:t> recording begins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985394">
                <a:tc>
                  <a:txBody>
                    <a:bodyPr/>
                    <a:lstStyle/>
                    <a:p>
                      <a:pPr marL="0" marR="0">
                        <a:lnSpc>
                          <a:spcPct val="100000"/>
                        </a:lnSpc>
                        <a:spcBef>
                          <a:spcPts val="0"/>
                        </a:spcBef>
                        <a:spcAft>
                          <a:spcPts val="0"/>
                        </a:spcAft>
                      </a:pPr>
                      <a:r>
                        <a:rPr lang="en-US" sz="1800" dirty="0" err="1" smtClean="0">
                          <a:solidFill>
                            <a:schemeClr val="bg1"/>
                          </a:solidFill>
                          <a:latin typeface="Times New Roman" panose="02020603050405020304" pitchFamily="18" charset="0"/>
                          <a:cs typeface="Times New Roman" panose="02020603050405020304" pitchFamily="18" charset="0"/>
                        </a:rPr>
                        <a:t>Buzzsprout</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Only supports hosting and distribution; lacks content preparation tools.</a:t>
                      </a: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smtClean="0">
                          <a:solidFill>
                            <a:schemeClr val="tx1"/>
                          </a:solidFill>
                          <a:latin typeface="Times New Roman" panose="02020603050405020304" pitchFamily="18" charset="0"/>
                          <a:cs typeface="Times New Roman" panose="02020603050405020304" pitchFamily="18" charset="0"/>
                        </a:rPr>
                        <a:t>Assists in pre-production through intelligent agents that generate interview questions, hooks, and timestamps.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985394">
                <a:tc>
                  <a:txBody>
                    <a:bodyPr/>
                    <a:lstStyle/>
                    <a:p>
                      <a:pPr marL="0" marR="0">
                        <a:lnSpc>
                          <a:spcPct val="100000"/>
                        </a:lnSpc>
                        <a:spcBef>
                          <a:spcPts val="0"/>
                        </a:spcBef>
                        <a:spcAft>
                          <a:spcPts val="0"/>
                        </a:spcAft>
                      </a:pPr>
                      <a:r>
                        <a:rPr lang="en-US" sz="1800" dirty="0" smtClean="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Notion</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smtClean="0">
                          <a:solidFill>
                            <a:schemeClr val="tx1"/>
                          </a:solidFill>
                          <a:latin typeface="Times New Roman" panose="02020603050405020304" pitchFamily="18" charset="0"/>
                          <a:cs typeface="Times New Roman" panose="02020603050405020304" pitchFamily="18" charset="0"/>
                        </a:rPr>
                        <a:t>Manual planning tool with no intelligent automation.</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r>
                        <a:rPr lang="en-US" sz="1800" dirty="0" smtClean="0">
                          <a:solidFill>
                            <a:schemeClr val="tx1"/>
                          </a:solidFill>
                          <a:latin typeface="Times New Roman" panose="02020603050405020304" pitchFamily="18" charset="0"/>
                          <a:cs typeface="Times New Roman" panose="02020603050405020304" pitchFamily="18" charset="0"/>
                        </a:rPr>
                        <a:t>Uses autonomous AI agents to automatically convert raw ideas into structured, actionable episode plans.</a:t>
                      </a:r>
                      <a:endParaRPr lang="en-US" sz="1800" dirty="0">
                        <a:solidFill>
                          <a:schemeClr val="tx1"/>
                        </a:solidFill>
                        <a:latin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985394">
                <a:tc>
                  <a:txBody>
                    <a:bodyPr/>
                    <a:lstStyle/>
                    <a:p>
                      <a:pPr marL="0" marR="0">
                        <a:lnSpc>
                          <a:spcPct val="100000"/>
                        </a:lnSpc>
                        <a:spcBef>
                          <a:spcPts val="0"/>
                        </a:spcBef>
                        <a:spcAft>
                          <a:spcPts val="0"/>
                        </a:spcAft>
                      </a:pPr>
                      <a:r>
                        <a:rPr lang="en-US" sz="1800" dirty="0" err="1" smtClean="0">
                          <a:solidFill>
                            <a:schemeClr val="bg1"/>
                          </a:solidFill>
                          <a:effectLst/>
                          <a:latin typeface="Times New Roman" panose="02020603050405020304" pitchFamily="18" charset="0"/>
                          <a:ea typeface="+mn-ea"/>
                          <a:cs typeface="Times New Roman" panose="02020603050405020304" pitchFamily="18" charset="0"/>
                        </a:rPr>
                        <a:t>ChatGPT</a:t>
                      </a:r>
                      <a:endPar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smtClean="0">
                          <a:solidFill>
                            <a:schemeClr val="tx1"/>
                          </a:solidFill>
                          <a:latin typeface="Times New Roman" panose="02020603050405020304" pitchFamily="18" charset="0"/>
                          <a:cs typeface="Times New Roman" panose="02020603050405020304" pitchFamily="18" charset="0"/>
                        </a:rPr>
                        <a:t>General-purpose AI requiring repeated prompts; no specialized or structured workflow.</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dirty="0" smtClean="0">
                          <a:solidFill>
                            <a:schemeClr val="tx1"/>
                          </a:solidFill>
                          <a:latin typeface="Times New Roman" panose="02020603050405020304" pitchFamily="18" charset="0"/>
                          <a:cs typeface="Times New Roman" panose="02020603050405020304" pitchFamily="18" charset="0"/>
                        </a:rPr>
                        <a:t>Provides a dedicated, one-stop podcast planning workflow with specialized agents for each sub-task.</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09434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07" y="611916"/>
            <a:ext cx="8596668" cy="696686"/>
          </a:xfrm>
        </p:spPr>
        <p:txBody>
          <a:bodyPr>
            <a:normAutofit/>
          </a:bodyPr>
          <a:lstStyle/>
          <a:p>
            <a:r>
              <a:rPr lang="en-US"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Advantages/Benefits of Proposed System</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64981296"/>
              </p:ext>
            </p:extLst>
          </p:nvPr>
        </p:nvGraphicFramePr>
        <p:xfrm>
          <a:off x="677507" y="1541417"/>
          <a:ext cx="7826413" cy="5094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3484518" y="1750973"/>
            <a:ext cx="5068388" cy="400110"/>
          </a:xfrm>
          <a:prstGeom prst="rect">
            <a:avLst/>
          </a:prstGeom>
          <a:noFill/>
        </p:spPr>
        <p:txBody>
          <a:bodyPr wrap="square" rtlCol="0">
            <a:spAutoFit/>
          </a:bodyPr>
          <a:lstStyle/>
          <a:p>
            <a:r>
              <a:rPr lang="en-US" sz="2000" dirty="0">
                <a:solidFill>
                  <a:srgbClr val="C00000"/>
                </a:solidFill>
                <a:latin typeface="Times New Roman" panose="02020603050405020304" pitchFamily="18" charset="0"/>
                <a:ea typeface="Geist" pitchFamily="34" charset="-122"/>
                <a:cs typeface="Times New Roman" panose="02020603050405020304" pitchFamily="18" charset="0"/>
              </a:rPr>
              <a:t>Automates research and planning tasks</a:t>
            </a:r>
            <a:r>
              <a:rPr lang="en-US" sz="2000" dirty="0" smtClean="0">
                <a:solidFill>
                  <a:srgbClr val="C00000"/>
                </a:solidFill>
                <a:latin typeface="Times New Roman" panose="02020603050405020304" pitchFamily="18" charset="0"/>
                <a:ea typeface="Geist" pitchFamily="34" charset="-122"/>
                <a:cs typeface="Times New Roman" panose="02020603050405020304" pitchFamily="18" charset="0"/>
              </a:rPr>
              <a:t>.</a:t>
            </a:r>
            <a:endParaRPr lang="en-US" sz="2000"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603716" y="2623542"/>
            <a:ext cx="4754880" cy="1015663"/>
          </a:xfrm>
          <a:prstGeom prst="rect">
            <a:avLst/>
          </a:prstGeom>
          <a:noFill/>
        </p:spPr>
        <p:txBody>
          <a:bodyPr wrap="square" rtlCol="0">
            <a:spAutoFit/>
          </a:bodyPr>
          <a:lstStyle/>
          <a:p>
            <a:r>
              <a:rPr lang="en-US" sz="2000" dirty="0">
                <a:solidFill>
                  <a:srgbClr val="C00000"/>
                </a:solidFill>
                <a:latin typeface="Times New Roman" panose="02020603050405020304" pitchFamily="18" charset="0"/>
                <a:ea typeface="Geist" pitchFamily="34" charset="-122"/>
                <a:cs typeface="Times New Roman" panose="02020603050405020304" pitchFamily="18" charset="0"/>
              </a:rPr>
              <a:t>Ensures logical flow and professional presentation.</a:t>
            </a:r>
            <a:endParaRPr lang="en-US" sz="2000" dirty="0">
              <a:solidFill>
                <a:srgbClr val="C00000"/>
              </a:solidFill>
              <a:latin typeface="Times New Roman" panose="02020603050405020304" pitchFamily="18" charset="0"/>
              <a:cs typeface="Times New Roman" panose="02020603050405020304" pitchFamily="18" charset="0"/>
            </a:endParaRPr>
          </a:p>
          <a:p>
            <a:endParaRPr lang="en-US" sz="2000" dirty="0">
              <a:solidFill>
                <a:srgbClr val="C0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4026626" y="4497956"/>
            <a:ext cx="4186646" cy="1323439"/>
          </a:xfrm>
          <a:prstGeom prst="rect">
            <a:avLst/>
          </a:prstGeom>
          <a:noFill/>
        </p:spPr>
        <p:txBody>
          <a:bodyPr wrap="square" rtlCol="0">
            <a:spAutoFit/>
          </a:bodyPr>
          <a:lstStyle/>
          <a:p>
            <a:endParaRPr lang="en-US" sz="2000" dirty="0" smtClean="0">
              <a:solidFill>
                <a:srgbClr val="C00000"/>
              </a:solidFill>
              <a:latin typeface="Times New Roman" panose="02020603050405020304" pitchFamily="18" charset="0"/>
              <a:ea typeface="Geist" pitchFamily="34" charset="-122"/>
              <a:cs typeface="Times New Roman" panose="02020603050405020304" pitchFamily="18" charset="0"/>
            </a:endParaRPr>
          </a:p>
          <a:p>
            <a:r>
              <a:rPr lang="en-US" sz="2000" dirty="0" smtClean="0">
                <a:solidFill>
                  <a:srgbClr val="C00000"/>
                </a:solidFill>
                <a:latin typeface="Times New Roman" panose="02020603050405020304" pitchFamily="18" charset="0"/>
                <a:ea typeface="Geist" pitchFamily="34" charset="-122"/>
                <a:cs typeface="Times New Roman" panose="02020603050405020304" pitchFamily="18" charset="0"/>
              </a:rPr>
              <a:t>Supports </a:t>
            </a:r>
            <a:r>
              <a:rPr lang="en-US" sz="2000" dirty="0">
                <a:solidFill>
                  <a:srgbClr val="C00000"/>
                </a:solidFill>
                <a:latin typeface="Times New Roman" panose="02020603050405020304" pitchFamily="18" charset="0"/>
                <a:ea typeface="Geist" pitchFamily="34" charset="-122"/>
                <a:cs typeface="Times New Roman" panose="02020603050405020304" pitchFamily="18" charset="0"/>
              </a:rPr>
              <a:t>both web and smartphone platforms.</a:t>
            </a:r>
            <a:endParaRPr lang="en-US" sz="2000" dirty="0">
              <a:solidFill>
                <a:srgbClr val="C00000"/>
              </a:solidFill>
              <a:latin typeface="Times New Roman" panose="02020603050405020304" pitchFamily="18" charset="0"/>
              <a:cs typeface="Times New Roman" panose="02020603050405020304" pitchFamily="18" charset="0"/>
            </a:endParaRPr>
          </a:p>
          <a:p>
            <a:endParaRPr lang="en-US" sz="2000" dirty="0">
              <a:solidFill>
                <a:srgbClr val="C00000"/>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3603716" y="3727461"/>
            <a:ext cx="4470763" cy="682238"/>
          </a:xfrm>
          <a:prstGeom prst="rect">
            <a:avLst/>
          </a:prstGeom>
          <a:noFill/>
        </p:spPr>
        <p:txBody>
          <a:bodyPr wrap="square" rtlCol="0">
            <a:spAutoFit/>
          </a:bodyPr>
          <a:lstStyle/>
          <a:p>
            <a:pPr>
              <a:lnSpc>
                <a:spcPts val="2300"/>
              </a:lnSpc>
            </a:pPr>
            <a:r>
              <a:rPr lang="en-US" sz="2000" dirty="0">
                <a:solidFill>
                  <a:srgbClr val="C00000"/>
                </a:solidFill>
                <a:latin typeface="Times New Roman" panose="02020603050405020304" pitchFamily="18" charset="0"/>
                <a:ea typeface="Geist" pitchFamily="34" charset="-122"/>
                <a:cs typeface="Times New Roman" panose="02020603050405020304" pitchFamily="18" charset="0"/>
              </a:rPr>
              <a:t>Maintains uniform structure for all productions.</a:t>
            </a:r>
            <a:endParaRPr lang="en-US" sz="2000" dirty="0">
              <a:solidFill>
                <a:srgbClr val="C0000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3735978" y="5881500"/>
            <a:ext cx="4477294" cy="682238"/>
          </a:xfrm>
          <a:prstGeom prst="rect">
            <a:avLst/>
          </a:prstGeom>
          <a:noFill/>
        </p:spPr>
        <p:txBody>
          <a:bodyPr wrap="square" rtlCol="0">
            <a:spAutoFit/>
          </a:bodyPr>
          <a:lstStyle/>
          <a:p>
            <a:pPr>
              <a:lnSpc>
                <a:spcPts val="2300"/>
              </a:lnSpc>
            </a:pPr>
            <a:r>
              <a:rPr lang="en-US" sz="2000" dirty="0" smtClean="0">
                <a:solidFill>
                  <a:srgbClr val="C00000"/>
                </a:solidFill>
                <a:latin typeface="Times New Roman" panose="02020603050405020304" pitchFamily="18" charset="0"/>
                <a:ea typeface="Geist" pitchFamily="34" charset="-122"/>
                <a:cs typeface="Times New Roman" panose="02020603050405020304" pitchFamily="18" charset="0"/>
              </a:rPr>
              <a:t>Generates compelling hooks and organized segments.</a:t>
            </a:r>
            <a:endParaRPr lang="en-US" sz="20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2777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5429" y="609600"/>
            <a:ext cx="5028573" cy="879566"/>
          </a:xfrm>
        </p:spPr>
        <p:txBody>
          <a:bodyPr>
            <a:normAutofit/>
          </a:bodyPr>
          <a:lstStyle/>
          <a:p>
            <a:pPr marL="0" indent="0">
              <a:lnSpc>
                <a:spcPts val="5800"/>
              </a:lnSpc>
            </a:pPr>
            <a:r>
              <a:rPr lang="en-US" sz="32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Podcast Planning System</a:t>
            </a:r>
            <a:endParaRPr 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45428" y="1593669"/>
            <a:ext cx="5251269" cy="4767942"/>
          </a:xfrm>
        </p:spPr>
        <p:txBody>
          <a:bodyPr>
            <a:normAutofit/>
          </a:bodyPr>
          <a:lstStyle/>
          <a:p>
            <a:pPr marL="0" indent="0">
              <a:buNone/>
            </a:pPr>
            <a:r>
              <a:rPr lang="en-US" sz="2800" b="1" dirty="0" smtClean="0">
                <a:solidFill>
                  <a:schemeClr val="accent1">
                    <a:lumMod val="75000"/>
                  </a:schemeClr>
                </a:solidFill>
                <a:latin typeface="Times New Roman" panose="02020603050405020304" pitchFamily="18" charset="0"/>
                <a:cs typeface="Times New Roman" panose="02020603050405020304" pitchFamily="18" charset="0"/>
              </a:rPr>
              <a:t>Scope:</a:t>
            </a:r>
          </a:p>
          <a:p>
            <a:pPr>
              <a:buSzPct val="100000"/>
              <a:buFont typeface="Wingdings" panose="05000000000000000000" pitchFamily="2" charset="2"/>
              <a:buChar char="Ø"/>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Includes:</a:t>
            </a:r>
            <a:r>
              <a:rPr lang="en-US" sz="2400"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Web and smartphone platforms, autonomous agents for research, trend analysis, question generation, and timestamp allocation.</a:t>
            </a:r>
            <a:endParaRPr lang="en-US" sz="2400" dirty="0" smtClean="0">
              <a:solidFill>
                <a:srgbClr val="C00000"/>
              </a:solidFill>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Ø"/>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Functionalities:</a:t>
            </a:r>
            <a:r>
              <a:rPr lang="en-US" sz="2400"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Secure user authentication, cloud storage, and editable/exportable episode plans.</a:t>
            </a:r>
            <a:endParaRPr lang="en-US" sz="2400" dirty="0" smtClean="0">
              <a:solidFill>
                <a:srgbClr val="C00000"/>
              </a:solidFill>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Ø"/>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Exclusions:</a:t>
            </a:r>
            <a:r>
              <a:rPr lang="en-US" sz="2400"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 </a:t>
            </a: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Does not include audio recording, editing, or direct publishing.</a:t>
            </a:r>
            <a:endParaRPr lang="en-US" sz="2400" dirty="0" smtClean="0">
              <a:solidFill>
                <a:srgbClr val="C00000"/>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4245429" cy="6858000"/>
          </a:xfrm>
          <a:prstGeom prst="rect">
            <a:avLst/>
          </a:prstGeom>
        </p:spPr>
      </p:pic>
    </p:spTree>
    <p:extLst>
      <p:ext uri="{BB962C8B-B14F-4D97-AF65-F5344CB8AC3E}">
        <p14:creationId xmlns:p14="http://schemas.microsoft.com/office/powerpoint/2010/main" val="3930996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271" y="609600"/>
            <a:ext cx="8596668" cy="748937"/>
          </a:xfrm>
        </p:spPr>
        <p:txBody>
          <a:bodyPr/>
          <a:lstStyle/>
          <a:p>
            <a:r>
              <a:rPr lang="en-US" b="1" dirty="0" smtClean="0">
                <a:latin typeface="Times New Roman" panose="02020603050405020304" pitchFamily="18" charset="0"/>
                <a:cs typeface="Times New Roman" panose="02020603050405020304" pitchFamily="18" charset="0"/>
              </a:rPr>
              <a:t>Modules</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3068758"/>
              </p:ext>
            </p:extLst>
          </p:nvPr>
        </p:nvGraphicFramePr>
        <p:xfrm>
          <a:off x="664627" y="1598885"/>
          <a:ext cx="8596312" cy="43447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94707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5769199" cy="1010194"/>
          </a:xfrm>
        </p:spPr>
        <p:txBody>
          <a:bodyPr>
            <a:normAutofit/>
          </a:bodyPr>
          <a:lstStyle/>
          <a:p>
            <a:pPr marL="0" indent="0">
              <a:lnSpc>
                <a:spcPts val="5800"/>
              </a:lnSpc>
            </a:pPr>
            <a:r>
              <a:rPr lang="en-US" sz="32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Module 1: User Authentication</a:t>
            </a:r>
            <a:endParaRPr 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2090058"/>
            <a:ext cx="5769199" cy="1841862"/>
          </a:xfr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Features:</a:t>
            </a:r>
          </a:p>
          <a:p>
            <a:pPr marL="0" indent="0">
              <a:buNone/>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Secure login/registration, profile creation with niche selection, and guest profile management</a:t>
            </a:r>
            <a:r>
              <a:rPr lang="en-US" sz="2400" dirty="0" smtClean="0">
                <a:solidFill>
                  <a:srgbClr val="EBEDF0"/>
                </a:solidFill>
                <a:latin typeface="Times New Roman" panose="02020603050405020304" pitchFamily="18" charset="0"/>
                <a:ea typeface="Geist" pitchFamily="34" charset="-122"/>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09805" y="13062"/>
            <a:ext cx="5582195" cy="6858001"/>
          </a:xfrm>
          <a:prstGeom prst="rect">
            <a:avLst/>
          </a:prstGeom>
        </p:spPr>
      </p:pic>
      <p:sp>
        <p:nvSpPr>
          <p:cNvPr id="5" name="Content Placeholder 2"/>
          <p:cNvSpPr txBox="1">
            <a:spLocks/>
          </p:cNvSpPr>
          <p:nvPr/>
        </p:nvSpPr>
        <p:spPr>
          <a:xfrm>
            <a:off x="677334" y="4402184"/>
            <a:ext cx="5769199" cy="1271451"/>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System:</a:t>
            </a:r>
          </a:p>
          <a:p>
            <a:pPr marL="0" indent="0">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Uses secure cloud storage for all user data.</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Font typeface="Wingdings 3" charset="2"/>
              <a:buNone/>
            </a:pPr>
            <a:r>
              <a:rPr lang="en-US" sz="2400" dirty="0" smtClean="0">
                <a:solidFill>
                  <a:srgbClr val="EBEDF0"/>
                </a:solidFill>
                <a:latin typeface="Times New Roman" panose="02020603050405020304" pitchFamily="18" charset="0"/>
                <a:ea typeface="Geist" pitchFamily="34" charset="-122"/>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0" indent="0">
              <a:buFont typeface="Wingdings 3" charset="2"/>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7175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0194" y="609600"/>
            <a:ext cx="4453808" cy="1320800"/>
          </a:xfrm>
        </p:spPr>
        <p:txBody>
          <a:bodyPr>
            <a:normAutofit fontScale="90000"/>
          </a:bodyPr>
          <a:lstStyle/>
          <a:p>
            <a:pPr marL="0" indent="0"/>
            <a:r>
              <a:rPr lang="en-US"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Module 2: User Intent &amp; Guest Analyzer</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20194" y="2160589"/>
            <a:ext cx="4453808" cy="1653765"/>
          </a:xfr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Features:</a:t>
            </a:r>
          </a:p>
          <a:p>
            <a:pPr marL="0" indent="0">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Interprets niche and guest background inputs to determine audience interest.</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4820194" cy="6885991"/>
          </a:xfrm>
          <a:prstGeom prst="rect">
            <a:avLst/>
          </a:prstGeom>
        </p:spPr>
      </p:pic>
      <p:sp>
        <p:nvSpPr>
          <p:cNvPr id="5" name="Content Placeholder 2"/>
          <p:cNvSpPr txBox="1">
            <a:spLocks/>
          </p:cNvSpPr>
          <p:nvPr/>
        </p:nvSpPr>
        <p:spPr>
          <a:xfrm>
            <a:off x="4820194" y="4044543"/>
            <a:ext cx="4453808" cy="1653765"/>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Outcome:</a:t>
            </a:r>
          </a:p>
          <a:p>
            <a:pPr marL="0" indent="0">
              <a:lnSpc>
                <a:spcPts val="2300"/>
              </a:lnSpc>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Provides tailored content planning recommendations</a:t>
            </a:r>
            <a:r>
              <a:rPr lang="en-US" sz="2400" dirty="0">
                <a:solidFill>
                  <a:srgbClr val="C00000"/>
                </a:solidFill>
                <a:latin typeface="Geist" pitchFamily="34" charset="0"/>
                <a:ea typeface="Geist" pitchFamily="34" charset="-122"/>
                <a:cs typeface="Geist" pitchFamily="34" charset="-120"/>
              </a:rPr>
              <a:t>.</a:t>
            </a:r>
            <a:endParaRPr lang="en-US" sz="2400" dirty="0">
              <a:solidFill>
                <a:srgbClr val="C00000"/>
              </a:solidFill>
            </a:endParaRPr>
          </a:p>
          <a:p>
            <a:pPr marL="0" indent="0">
              <a:buFont typeface="Wingdings 3" charset="2"/>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672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85509" y="609600"/>
            <a:ext cx="4284617" cy="1320800"/>
          </a:xfrm>
        </p:spPr>
        <p:txBody>
          <a:bodyPr>
            <a:normAutofit/>
          </a:bodyPr>
          <a:lstStyle/>
          <a:p>
            <a:pPr marL="0" indent="0"/>
            <a:r>
              <a:rPr lang="en-US"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Module 3: Topic Research Agent</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76948" y="2160589"/>
            <a:ext cx="4297053" cy="2019525"/>
          </a:xfr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lstStyle/>
          <a:p>
            <a:pPr marL="0" indent="0">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Features:</a:t>
            </a:r>
          </a:p>
          <a:p>
            <a:pPr marL="0" indent="0">
              <a:buNone/>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Discovers trending topics and collects background info related to the niche.</a:t>
            </a:r>
            <a:endParaRPr lang="en-US" sz="2400" dirty="0" smtClean="0">
              <a:solidFill>
                <a:srgbClr val="C00000"/>
              </a:solidFill>
              <a:latin typeface="Times New Roman" panose="02020603050405020304" pitchFamily="18" charset="0"/>
              <a:cs typeface="Times New Roman" panose="02020603050405020304" pitchFamily="18" charset="0"/>
            </a:endParaRPr>
          </a:p>
          <a:p>
            <a:pPr marL="0" indent="0">
              <a:buNone/>
            </a:pPr>
            <a:endParaRPr lang="en-US" sz="2400" dirty="0">
              <a:solidFill>
                <a:srgbClr val="C00000"/>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4885509" cy="6858000"/>
          </a:xfrm>
          <a:prstGeom prst="rect">
            <a:avLst/>
          </a:prstGeom>
        </p:spPr>
      </p:pic>
      <p:sp>
        <p:nvSpPr>
          <p:cNvPr id="5" name="Content Placeholder 2"/>
          <p:cNvSpPr txBox="1">
            <a:spLocks/>
          </p:cNvSpPr>
          <p:nvPr/>
        </p:nvSpPr>
        <p:spPr>
          <a:xfrm>
            <a:off x="4976948" y="4410303"/>
            <a:ext cx="4297053" cy="1397726"/>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Outcome:</a:t>
            </a:r>
          </a:p>
          <a:p>
            <a:pPr marL="0" indent="0">
              <a:lnSpc>
                <a:spcPts val="2300"/>
              </a:lnSpc>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Provides summarized research insights for the creator</a:t>
            </a:r>
            <a:r>
              <a:rPr lang="en-US" sz="2400" dirty="0">
                <a:solidFill>
                  <a:srgbClr val="EBEDF0"/>
                </a:solidFill>
                <a:latin typeface="Geist" pitchFamily="34" charset="0"/>
                <a:ea typeface="Geist" pitchFamily="34" charset="-122"/>
                <a:cs typeface="Geist" pitchFamily="34" charset="-120"/>
              </a:rPr>
              <a:t>.</a:t>
            </a:r>
            <a:endParaRPr lang="en-US" sz="2400" dirty="0"/>
          </a:p>
          <a:p>
            <a:pPr marL="0" indent="0">
              <a:buFont typeface="Wingdings 3" charset="2"/>
              <a:buNone/>
            </a:pPr>
            <a:endParaRPr lang="en-US"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7470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6193729" cy="1320800"/>
          </a:xfrm>
        </p:spPr>
        <p:txBody>
          <a:bodyPr>
            <a:normAutofit/>
          </a:bodyPr>
          <a:lstStyle/>
          <a:p>
            <a:pPr marL="0" indent="0"/>
            <a:r>
              <a:rPr lang="en-US"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Module 4: Question &amp; Timestamp Generator</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2186714"/>
            <a:ext cx="5971660" cy="1784395"/>
          </a:xfr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Features:</a:t>
            </a:r>
          </a:p>
          <a:p>
            <a:pPr marL="0" indent="0">
              <a:buNone/>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Generates </a:t>
            </a: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structured interview questions categorized by segment.</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53943" y="0"/>
            <a:ext cx="5138057" cy="6858000"/>
          </a:xfrm>
          <a:prstGeom prst="rect">
            <a:avLst/>
          </a:prstGeom>
          <a:effectLst/>
        </p:spPr>
      </p:pic>
      <p:sp>
        <p:nvSpPr>
          <p:cNvPr id="5" name="Content Placeholder 2"/>
          <p:cNvSpPr txBox="1">
            <a:spLocks/>
          </p:cNvSpPr>
          <p:nvPr/>
        </p:nvSpPr>
        <p:spPr>
          <a:xfrm>
            <a:off x="677334" y="4227423"/>
            <a:ext cx="5971660" cy="1784395"/>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Outcome:</a:t>
            </a:r>
          </a:p>
          <a:p>
            <a:pPr marL="0" indent="0">
              <a:lnSpc>
                <a:spcPts val="2300"/>
              </a:lnSpc>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Allocates estimated timestamps to balance episode flow.</a:t>
            </a:r>
            <a:endParaRPr lang="en-US"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3620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6320" y="609600"/>
            <a:ext cx="4427682" cy="1320800"/>
          </a:xfrm>
        </p:spPr>
        <p:txBody>
          <a:bodyPr>
            <a:noAutofit/>
          </a:bodyPr>
          <a:lstStyle/>
          <a:p>
            <a:pPr marL="0" indent="0"/>
            <a:r>
              <a:rPr lang="en-US" sz="32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Module 5: Hook &amp; Intro Suggestion Agent</a:t>
            </a:r>
            <a:endParaRPr 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892040" y="2219372"/>
            <a:ext cx="4336242" cy="1797457"/>
          </a:xfr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Features:</a:t>
            </a:r>
          </a:p>
          <a:p>
            <a:pPr marL="0" indent="0">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Creates attention-grabbing hooks and suggests catchy episode titles.</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4846320" cy="6858000"/>
          </a:xfrm>
          <a:prstGeom prst="rect">
            <a:avLst/>
          </a:prstGeom>
        </p:spPr>
      </p:pic>
      <p:sp>
        <p:nvSpPr>
          <p:cNvPr id="5" name="Content Placeholder 2"/>
          <p:cNvSpPr txBox="1">
            <a:spLocks/>
          </p:cNvSpPr>
          <p:nvPr/>
        </p:nvSpPr>
        <p:spPr>
          <a:xfrm>
            <a:off x="4892040" y="4305801"/>
            <a:ext cx="4336242" cy="1742303"/>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Outcome:</a:t>
            </a:r>
          </a:p>
          <a:p>
            <a:pPr marL="0" indent="0">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Provides multiple tone options customized for target audiences.</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Font typeface="Wingdings 3" charset="2"/>
              <a:buNone/>
            </a:pPr>
            <a:endParaRPr lang="en-US"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136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5579775" cy="1320800"/>
          </a:xfrm>
        </p:spPr>
        <p:txBody>
          <a:bodyPr>
            <a:normAutofit/>
          </a:bodyPr>
          <a:lstStyle/>
          <a:p>
            <a:pPr marL="0" indent="0"/>
            <a:r>
              <a:rPr lang="en-US"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Module 6: Episode Outline Planner</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2160590"/>
            <a:ext cx="5396895" cy="1823582"/>
          </a:xfr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Features:</a:t>
            </a:r>
          </a:p>
          <a:p>
            <a:pPr marL="0" indent="0">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Organizes all data into a logical flow with editable templates.</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endParaRPr lang="en-US" sz="2400" dirty="0" smtClean="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31280" y="0"/>
            <a:ext cx="5760720" cy="6858000"/>
          </a:xfrm>
          <a:prstGeom prst="rect">
            <a:avLst/>
          </a:prstGeom>
        </p:spPr>
      </p:pic>
      <p:sp>
        <p:nvSpPr>
          <p:cNvPr id="5" name="Content Placeholder 2"/>
          <p:cNvSpPr txBox="1">
            <a:spLocks/>
          </p:cNvSpPr>
          <p:nvPr/>
        </p:nvSpPr>
        <p:spPr>
          <a:xfrm>
            <a:off x="677333" y="4214362"/>
            <a:ext cx="5396895" cy="1823582"/>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Outcome:</a:t>
            </a:r>
          </a:p>
          <a:p>
            <a:pPr marL="0" indent="0">
              <a:lnSpc>
                <a:spcPts val="2300"/>
              </a:lnSpc>
              <a:buNone/>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Allows users to export the final plan in PDF or document format.</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Font typeface="Wingdings 3" charset="2"/>
              <a:buNone/>
            </a:pPr>
            <a:endParaRPr lang="en-US" sz="2400" dirty="0" smtClean="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3329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71006"/>
          </a:xfrm>
        </p:spPr>
        <p:txBody>
          <a:bodyPr>
            <a:normAutofit/>
          </a:bodyPr>
          <a:lstStyle/>
          <a:p>
            <a:pPr marL="0" indent="0">
              <a:lnSpc>
                <a:spcPts val="5800"/>
              </a:lnSpc>
            </a:pPr>
            <a:r>
              <a:rPr lang="en-US" sz="32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System Limitations/Constraints</a:t>
            </a:r>
            <a:endParaRPr 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580607"/>
            <a:ext cx="8596668" cy="4460756"/>
          </a:xfrm>
        </p:spPr>
        <p:txBody>
          <a:bodyPr>
            <a:normAutofit/>
          </a:bodyPr>
          <a:lstStyle/>
          <a:p>
            <a:pPr marL="0" indent="0">
              <a:buNone/>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LI-1</a:t>
            </a:r>
          </a:p>
          <a:p>
            <a:pPr>
              <a:buFont typeface="Arial" panose="020B0604020202020204" pitchFamily="34" charset="0"/>
              <a:buChar char="•"/>
            </a:pPr>
            <a:r>
              <a:rPr lang="en-US" sz="2400" dirty="0" smtClean="0">
                <a:solidFill>
                  <a:srgbClr val="C00000"/>
                </a:solidFill>
                <a:latin typeface="Times New Roman" panose="02020603050405020304" pitchFamily="18" charset="0"/>
                <a:ea typeface="Geist" pitchFamily="34" charset="-122"/>
                <a:cs typeface="Times New Roman" panose="02020603050405020304" pitchFamily="18" charset="0"/>
              </a:rPr>
              <a:t>Depends on active internet connectivity.</a:t>
            </a:r>
          </a:p>
          <a:p>
            <a:pPr marL="0" indent="0">
              <a:buNone/>
            </a:pPr>
            <a:r>
              <a:rPr lang="en-US" sz="2400" b="1" dirty="0" smtClean="0">
                <a:solidFill>
                  <a:schemeClr val="accent1">
                    <a:lumMod val="75000"/>
                  </a:schemeClr>
                </a:solidFill>
                <a:latin typeface="Times New Roman" panose="02020603050405020304" pitchFamily="18" charset="0"/>
                <a:ea typeface="Geist" pitchFamily="34" charset="-122"/>
                <a:cs typeface="Times New Roman" panose="02020603050405020304" pitchFamily="18" charset="0"/>
              </a:rPr>
              <a:t>LI-2</a:t>
            </a:r>
          </a:p>
          <a:p>
            <a:pPr>
              <a:buFont typeface="Arial" panose="020B0604020202020204" pitchFamily="34" charset="0"/>
              <a:buChar char="•"/>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AI content may require manual review for accuracy.</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LI-3</a:t>
            </a:r>
          </a:p>
          <a:p>
            <a:pPr>
              <a:buFont typeface="Arial" panose="020B0604020202020204" pitchFamily="34" charset="0"/>
              <a:buChar char="•"/>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No support for audio recording or editing.</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LI-4</a:t>
            </a:r>
          </a:p>
          <a:p>
            <a:pPr>
              <a:buFont typeface="Arial" panose="020B0604020202020204" pitchFamily="34" charset="0"/>
              <a:buChar char="•"/>
            </a:pPr>
            <a:r>
              <a:rPr lang="en-US" sz="2400" dirty="0">
                <a:solidFill>
                  <a:srgbClr val="C00000"/>
                </a:solidFill>
                <a:latin typeface="Times New Roman" panose="02020603050405020304" pitchFamily="18" charset="0"/>
                <a:ea typeface="Geist" pitchFamily="34" charset="-122"/>
                <a:cs typeface="Times New Roman" panose="02020603050405020304" pitchFamily="18" charset="0"/>
              </a:rPr>
              <a:t>Performance varies based on device and network speed.</a:t>
            </a:r>
            <a:endParaRPr lang="en-US" sz="2400" dirty="0">
              <a:solidFill>
                <a:srgbClr val="C00000"/>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a:p>
            <a:pPr marL="0" indent="0">
              <a:buNone/>
            </a:pP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1203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lstStyle/>
          <a:p>
            <a:r>
              <a:rPr lang="en-US" b="1" dirty="0" smtClean="0">
                <a:latin typeface="Times New Roman" panose="02020603050405020304" pitchFamily="18" charset="0"/>
                <a:cs typeface="Times New Roman" panose="02020603050405020304" pitchFamily="18" charset="0"/>
              </a:rPr>
              <a:t>Software Process </a:t>
            </a:r>
            <a:r>
              <a:rPr lang="en-US" b="1" dirty="0">
                <a:latin typeface="Times New Roman" panose="02020603050405020304" pitchFamily="18" charset="0"/>
                <a:cs typeface="Times New Roman" panose="02020603050405020304" pitchFamily="18" charset="0"/>
              </a:rPr>
              <a:t>&amp; Design Methodology</a:t>
            </a:r>
          </a:p>
        </p:txBody>
      </p:sp>
      <p:sp>
        <p:nvSpPr>
          <p:cNvPr id="4" name="Rectangle 1"/>
          <p:cNvSpPr>
            <a:spLocks noGrp="1" noChangeArrowheads="1"/>
          </p:cNvSpPr>
          <p:nvPr>
            <p:ph idx="1"/>
          </p:nvPr>
        </p:nvSpPr>
        <p:spPr bwMode="auto">
          <a:xfrm>
            <a:off x="677334" y="1569821"/>
            <a:ext cx="7982572" cy="2308324"/>
          </a:xfrm>
          <a:prstGeom prst="rect">
            <a:avLst/>
          </a:prstGeom>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None/>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Process Methodology: Incremental Development Model</a:t>
            </a:r>
            <a:endParaRPr kumimoji="0" lang="en-US" altLang="en-US" sz="24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None/>
              <a:tabLst/>
            </a:pPr>
            <a:r>
              <a:rPr kumimoji="0" lang="en-US" alt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Reason:</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Since </a:t>
            </a:r>
            <a:r>
              <a:rPr kumimoji="0" lang="en-US" altLang="en-US" sz="24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PodCraft</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involves complex AI agent interactions, an incremental approach allows us to develop and test one agent (e.g., the Researcher) before moving to the next (e.g., the Scriptwriter). This ensures core functionality is stable before adding complexity.</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1"/>
          <p:cNvSpPr txBox="1">
            <a:spLocks noChangeArrowheads="1"/>
          </p:cNvSpPr>
          <p:nvPr/>
        </p:nvSpPr>
        <p:spPr bwMode="auto">
          <a:xfrm>
            <a:off x="677334" y="4217539"/>
            <a:ext cx="7982572" cy="1938992"/>
          </a:xfrm>
          <a:prstGeom prst="rect">
            <a:avLst/>
          </a:prstGeom>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ctr" anchorCtr="0" compatLnSpc="1">
            <a:prstTxWarp prst="textNoShape">
              <a:avLst/>
            </a:prstTxWarp>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dk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dk1"/>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dk1"/>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dk1"/>
                </a:solidFill>
                <a:latin typeface="+mn-lt"/>
                <a:ea typeface="+mn-ea"/>
                <a:cs typeface="+mn-cs"/>
              </a:defRPr>
            </a:lvl9pPr>
          </a:lstStyle>
          <a:p>
            <a:pPr marL="0" indent="0" defTabSz="914400" eaLnBrk="0" fontAlgn="base" hangingPunct="0">
              <a:spcBef>
                <a:spcPct val="0"/>
              </a:spcBef>
              <a:spcAft>
                <a:spcPct val="0"/>
              </a:spcAft>
              <a:buClrTx/>
              <a:buSzTx/>
              <a:buNone/>
            </a:pPr>
            <a:r>
              <a:rPr lang="en-US" sz="2400" b="1" dirty="0">
                <a:solidFill>
                  <a:schemeClr val="accent1">
                    <a:lumMod val="75000"/>
                  </a:schemeClr>
                </a:solidFill>
                <a:latin typeface="Times New Roman" panose="02020603050405020304" pitchFamily="18" charset="0"/>
                <a:cs typeface="Times New Roman" panose="02020603050405020304" pitchFamily="18" charset="0"/>
              </a:rPr>
              <a:t>Design Methodology: Object-Oriented Design (OOD</a:t>
            </a:r>
            <a:r>
              <a:rPr lang="en-US" sz="2400" b="1" dirty="0" smtClean="0">
                <a:solidFill>
                  <a:schemeClr val="accent1">
                    <a:lumMod val="75000"/>
                  </a:schemeClr>
                </a:solidFill>
                <a:latin typeface="Times New Roman" panose="02020603050405020304" pitchFamily="18" charset="0"/>
                <a:cs typeface="Times New Roman" panose="02020603050405020304" pitchFamily="18" charset="0"/>
              </a:rPr>
              <a:t>)</a:t>
            </a:r>
          </a:p>
          <a:p>
            <a:pPr marL="0" indent="0" defTabSz="914400" eaLnBrk="0" fontAlgn="base" hangingPunct="0">
              <a:spcBef>
                <a:spcPct val="0"/>
              </a:spcBef>
              <a:spcAft>
                <a:spcPct val="0"/>
              </a:spcAft>
              <a:buClrTx/>
              <a:buSzTx/>
              <a:buNone/>
            </a:pPr>
            <a:r>
              <a:rPr lang="en-US" altLang="en-US" sz="2400" b="1" dirty="0" smtClean="0">
                <a:solidFill>
                  <a:srgbClr val="C00000"/>
                </a:solidFill>
                <a:latin typeface="Times New Roman" panose="02020603050405020304" pitchFamily="18" charset="0"/>
                <a:cs typeface="Times New Roman" panose="02020603050405020304" pitchFamily="18" charset="0"/>
              </a:rPr>
              <a:t>Reason:</a:t>
            </a:r>
            <a:r>
              <a:rPr lang="en-US" altLang="en-US" sz="2400" dirty="0" smtClean="0">
                <a:solidFill>
                  <a:srgbClr val="C00000"/>
                </a:solidFill>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We are using an Agentic framework where each AI Agent is treated as an autonomous "Object" with its own properties (tools, memory, role). OOD allows us to manage these interactions cleanly and scale the system easily.</a:t>
            </a:r>
            <a:endParaRPr lang="en-US" altLang="en-US" sz="2400" dirty="0" smtClean="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453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534" y="348343"/>
            <a:ext cx="8596668" cy="814251"/>
          </a:xfrm>
        </p:spPr>
        <p:txBody>
          <a:bodyPr/>
          <a:lstStyle/>
          <a:p>
            <a:r>
              <a:rPr lang="en-US" b="1" dirty="0" smtClean="0">
                <a:latin typeface="Times New Roman" panose="02020603050405020304" pitchFamily="18" charset="0"/>
                <a:cs typeface="Times New Roman" panose="02020603050405020304" pitchFamily="18" charset="0"/>
              </a:rPr>
              <a:t>Tools and Technologies</a:t>
            </a:r>
            <a:endParaRPr lang="en-US" b="1"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60988877"/>
              </p:ext>
            </p:extLst>
          </p:nvPr>
        </p:nvGraphicFramePr>
        <p:xfrm>
          <a:off x="677862" y="1267097"/>
          <a:ext cx="8440011" cy="5242996"/>
        </p:xfrm>
        <a:graphic>
          <a:graphicData uri="http://schemas.openxmlformats.org/drawingml/2006/table">
            <a:tbl>
              <a:tblPr firstRow="1" bandRow="1">
                <a:tableStyleId>{5C22544A-7EE6-4342-B048-85BDC9FD1C3A}</a:tableStyleId>
              </a:tblPr>
              <a:tblGrid>
                <a:gridCol w="2813337">
                  <a:extLst>
                    <a:ext uri="{9D8B030D-6E8A-4147-A177-3AD203B41FA5}">
                      <a16:colId xmlns:a16="http://schemas.microsoft.com/office/drawing/2014/main" val="519750673"/>
                    </a:ext>
                  </a:extLst>
                </a:gridCol>
                <a:gridCol w="2813337">
                  <a:extLst>
                    <a:ext uri="{9D8B030D-6E8A-4147-A177-3AD203B41FA5}">
                      <a16:colId xmlns:a16="http://schemas.microsoft.com/office/drawing/2014/main" val="2442142774"/>
                    </a:ext>
                  </a:extLst>
                </a:gridCol>
                <a:gridCol w="2813337">
                  <a:extLst>
                    <a:ext uri="{9D8B030D-6E8A-4147-A177-3AD203B41FA5}">
                      <a16:colId xmlns:a16="http://schemas.microsoft.com/office/drawing/2014/main" val="1582646097"/>
                    </a:ext>
                  </a:extLst>
                </a:gridCol>
              </a:tblGrid>
              <a:tr h="339771">
                <a:tc>
                  <a:txBody>
                    <a:bodyPr/>
                    <a:lstStyle/>
                    <a:p>
                      <a:r>
                        <a:rPr lang="en-US" dirty="0" smtClean="0">
                          <a:latin typeface="Times New Roman" panose="02020603050405020304" pitchFamily="18" charset="0"/>
                          <a:cs typeface="Times New Roman" panose="02020603050405020304" pitchFamily="18" charset="0"/>
                        </a:rPr>
                        <a:t>Tools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Versions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Rationale</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50920171"/>
                  </a:ext>
                </a:extLst>
              </a:tr>
              <a:tr h="566030">
                <a:tc>
                  <a:txBody>
                    <a:bodyPr/>
                    <a:lstStyle/>
                    <a:p>
                      <a:r>
                        <a:rPr lang="en-US" sz="1800" dirty="0" smtClean="0">
                          <a:solidFill>
                            <a:srgbClr val="C00000"/>
                          </a:solidFill>
                          <a:latin typeface="Times New Roman" panose="02020603050405020304" pitchFamily="18" charset="0"/>
                          <a:cs typeface="Times New Roman" panose="02020603050405020304" pitchFamily="18" charset="0"/>
                        </a:rPr>
                        <a:t>Python</a:t>
                      </a:r>
                      <a:endParaRPr lang="en-US" sz="1800"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sz="1800" dirty="0" smtClean="0">
                          <a:solidFill>
                            <a:srgbClr val="C00000"/>
                          </a:solidFill>
                          <a:latin typeface="Times New Roman" panose="02020603050405020304" pitchFamily="18" charset="0"/>
                          <a:cs typeface="Times New Roman" panose="02020603050405020304" pitchFamily="18" charset="0"/>
                        </a:rPr>
                        <a:t>3.11</a:t>
                      </a:r>
                      <a:endParaRPr lang="en-US" sz="1800" dirty="0">
                        <a:solidFill>
                          <a:srgbClr val="C00000"/>
                        </a:solidFill>
                        <a:latin typeface="Times New Roman" panose="02020603050405020304" pitchFamily="18" charset="0"/>
                        <a:cs typeface="Times New Roman" panose="02020603050405020304" pitchFamily="18" charset="0"/>
                      </a:endParaRPr>
                    </a:p>
                  </a:txBody>
                  <a:tcPr/>
                </a:tc>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Backend development and AI processing</a:t>
                      </a:r>
                      <a:endParaRPr lang="en-US" sz="1800" kern="100" dirty="0">
                        <a:solidFill>
                          <a:srgbClr val="C00000"/>
                        </a:solidFill>
                        <a:effectLst/>
                        <a:latin typeface="Times New Roman" panose="02020603050405020304" pitchFamily="18" charset="0"/>
                        <a:ea typeface="Aptos"/>
                        <a:cs typeface="Times New Roman" panose="02020603050405020304" pitchFamily="18" charset="0"/>
                      </a:endParaRPr>
                    </a:p>
                  </a:txBody>
                  <a:tcPr marL="68580" marR="68580" marT="0" marB="0"/>
                </a:tc>
                <a:extLst>
                  <a:ext uri="{0D108BD9-81ED-4DB2-BD59-A6C34878D82A}">
                    <a16:rowId xmlns:a16="http://schemas.microsoft.com/office/drawing/2014/main" val="2068417585"/>
                  </a:ext>
                </a:extLst>
              </a:tr>
              <a:tr h="617221">
                <a:tc>
                  <a:txBody>
                    <a:bodyPr/>
                    <a:lstStyle/>
                    <a:p>
                      <a:r>
                        <a:rPr lang="en-US" sz="1800" dirty="0" smtClean="0">
                          <a:solidFill>
                            <a:srgbClr val="C00000"/>
                          </a:solidFill>
                          <a:latin typeface="Times New Roman" panose="02020603050405020304" pitchFamily="18" charset="0"/>
                          <a:cs typeface="Times New Roman" panose="02020603050405020304" pitchFamily="18" charset="0"/>
                        </a:rPr>
                        <a:t>JavaScript</a:t>
                      </a:r>
                      <a:endParaRPr lang="en-US" sz="1800"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sz="1800" dirty="0" smtClean="0">
                          <a:solidFill>
                            <a:srgbClr val="C00000"/>
                          </a:solidFill>
                          <a:latin typeface="Times New Roman" panose="02020603050405020304" pitchFamily="18" charset="0"/>
                          <a:cs typeface="Times New Roman" panose="02020603050405020304" pitchFamily="18" charset="0"/>
                        </a:rPr>
                        <a:t>ES6</a:t>
                      </a:r>
                      <a:endParaRPr lang="en-US" sz="1800"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sz="1800" kern="1200" dirty="0" smtClean="0">
                          <a:solidFill>
                            <a:srgbClr val="C00000"/>
                          </a:solidFill>
                          <a:effectLst/>
                          <a:latin typeface="Times New Roman" panose="02020603050405020304" pitchFamily="18" charset="0"/>
                          <a:ea typeface="+mn-ea"/>
                          <a:cs typeface="Times New Roman" panose="02020603050405020304" pitchFamily="18" charset="0"/>
                        </a:rPr>
                        <a:t>Frontend and backend scripting</a:t>
                      </a:r>
                      <a:endParaRPr lang="en-US" sz="1800" dirty="0">
                        <a:solidFill>
                          <a:srgbClr val="C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7411898"/>
                  </a:ext>
                </a:extLst>
              </a:tr>
              <a:tr h="566030">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Typescript</a:t>
                      </a:r>
                      <a:endParaRPr lang="en-US" sz="1800" kern="100" dirty="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5.3</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Type-safe frontend development</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490132046"/>
                  </a:ext>
                </a:extLst>
              </a:tr>
              <a:tr h="357596">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React JS</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18.2</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Web frontend framework</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657324703"/>
                  </a:ext>
                </a:extLst>
              </a:tr>
              <a:tr h="566030">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React Native</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0.72</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Cross-platform mobile app development</a:t>
                      </a:r>
                      <a:endParaRPr lang="en-US" sz="1800" kern="100" dirty="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407269354"/>
                  </a:ext>
                </a:extLst>
              </a:tr>
              <a:tr h="546988">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Node JS</a:t>
                      </a:r>
                      <a:endParaRPr lang="en-US" sz="1800" kern="100" dirty="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20.10</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Server-side runtime environment</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3190796323"/>
                  </a:ext>
                </a:extLst>
              </a:tr>
              <a:tr h="357596">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Express JS</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4.18</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Backend web framework</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381646319"/>
                  </a:ext>
                </a:extLst>
              </a:tr>
              <a:tr h="546988">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OpenAI API</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Latest</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AI content generation and intelligent agents</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052114442"/>
                  </a:ext>
                </a:extLst>
              </a:tr>
              <a:tr h="546988">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REST API</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V1</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Communication between frontend and backend</a:t>
                      </a:r>
                      <a:endParaRPr lang="en-US" sz="1800" kern="100" dirty="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3119265897"/>
                  </a:ext>
                </a:extLst>
              </a:tr>
            </a:tbl>
          </a:graphicData>
        </a:graphic>
      </p:graphicFrame>
    </p:spTree>
    <p:extLst>
      <p:ext uri="{BB962C8B-B14F-4D97-AF65-F5344CB8AC3E}">
        <p14:creationId xmlns:p14="http://schemas.microsoft.com/office/powerpoint/2010/main" val="1037588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14251"/>
          </a:xfrm>
        </p:spPr>
        <p:txBody>
          <a:bodyPr/>
          <a:lstStyle/>
          <a:p>
            <a:r>
              <a:rPr lang="en-US" b="1" dirty="0">
                <a:latin typeface="Times New Roman" panose="02020603050405020304" pitchFamily="18" charset="0"/>
                <a:cs typeface="Times New Roman" panose="02020603050405020304" pitchFamily="18" charset="0"/>
              </a:rPr>
              <a:t>Tools and Technologies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61888117"/>
              </p:ext>
            </p:extLst>
          </p:nvPr>
        </p:nvGraphicFramePr>
        <p:xfrm>
          <a:off x="677863" y="1854924"/>
          <a:ext cx="8596311" cy="3119922"/>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971875973"/>
                    </a:ext>
                  </a:extLst>
                </a:gridCol>
                <a:gridCol w="2865437">
                  <a:extLst>
                    <a:ext uri="{9D8B030D-6E8A-4147-A177-3AD203B41FA5}">
                      <a16:colId xmlns:a16="http://schemas.microsoft.com/office/drawing/2014/main" val="1323803283"/>
                    </a:ext>
                  </a:extLst>
                </a:gridCol>
                <a:gridCol w="2865437">
                  <a:extLst>
                    <a:ext uri="{9D8B030D-6E8A-4147-A177-3AD203B41FA5}">
                      <a16:colId xmlns:a16="http://schemas.microsoft.com/office/drawing/2014/main" val="2779833327"/>
                    </a:ext>
                  </a:extLst>
                </a:gridCol>
              </a:tblGrid>
              <a:tr h="411118">
                <a:tc>
                  <a:txBody>
                    <a:bodyPr/>
                    <a:lstStyle/>
                    <a:p>
                      <a:r>
                        <a:rPr lang="en-US" dirty="0" smtClean="0"/>
                        <a:t>Tools</a:t>
                      </a:r>
                      <a:endParaRPr lang="en-US" dirty="0"/>
                    </a:p>
                  </a:txBody>
                  <a:tcPr/>
                </a:tc>
                <a:tc>
                  <a:txBody>
                    <a:bodyPr/>
                    <a:lstStyle/>
                    <a:p>
                      <a:r>
                        <a:rPr lang="en-US" dirty="0" smtClean="0"/>
                        <a:t>Versions</a:t>
                      </a:r>
                      <a:endParaRPr lang="en-US" dirty="0"/>
                    </a:p>
                  </a:txBody>
                  <a:tcPr/>
                </a:tc>
                <a:tc>
                  <a:txBody>
                    <a:bodyPr/>
                    <a:lstStyle/>
                    <a:p>
                      <a:r>
                        <a:rPr lang="en-US" dirty="0" smtClean="0"/>
                        <a:t>Rationale</a:t>
                      </a:r>
                      <a:endParaRPr lang="en-US" dirty="0"/>
                    </a:p>
                  </a:txBody>
                  <a:tcPr/>
                </a:tc>
                <a:extLst>
                  <a:ext uri="{0D108BD9-81ED-4DB2-BD59-A6C34878D82A}">
                    <a16:rowId xmlns:a16="http://schemas.microsoft.com/office/drawing/2014/main" val="2899276973"/>
                  </a:ext>
                </a:extLst>
              </a:tr>
              <a:tr h="411118">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HTML5</a:t>
                      </a:r>
                      <a:endParaRPr lang="en-US" sz="1800" kern="100" dirty="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Latest</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Web page structure</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1322198593"/>
                  </a:ext>
                </a:extLst>
              </a:tr>
              <a:tr h="628856">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CSS3</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Latest</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Styling and responsive design</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1531656690"/>
                  </a:ext>
                </a:extLst>
              </a:tr>
              <a:tr h="628856">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Tailwind CSS</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3.4</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Modern UI styling framework</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94895058"/>
                  </a:ext>
                </a:extLst>
              </a:tr>
              <a:tr h="411118">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JWT</a:t>
                      </a:r>
                      <a:endParaRPr lang="en-US" sz="1800" kern="100" dirty="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Latest</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Secure user authentication</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643889847"/>
                  </a:ext>
                </a:extLst>
              </a:tr>
              <a:tr h="628856">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Cloudinary API</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Latest</a:t>
                      </a:r>
                      <a:endParaRPr lang="en-US" sz="1800" kern="10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tc>
                  <a:txBody>
                    <a:bodyPr/>
                    <a:lstStyle/>
                    <a:p>
                      <a:pPr marL="0" marR="0">
                        <a:lnSpc>
                          <a:spcPct val="107000"/>
                        </a:lnSpc>
                        <a:spcBef>
                          <a:spcPts val="0"/>
                        </a:spcBef>
                        <a:spcAft>
                          <a:spcPts val="0"/>
                        </a:spcAft>
                        <a:tabLst>
                          <a:tab pos="685800" algn="l"/>
                        </a:tabLst>
                      </a:pPr>
                      <a:r>
                        <a:rPr lang="en-US" sz="18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Media storage and optimization</a:t>
                      </a:r>
                      <a:endParaRPr lang="en-US" sz="1800" kern="100" dirty="0">
                        <a:solidFill>
                          <a:srgbClr val="C00000"/>
                        </a:solidFill>
                        <a:effectLst/>
                        <a:latin typeface="Times New Roman" panose="02020603050405020304" pitchFamily="18" charset="0"/>
                        <a:ea typeface="Aptos"/>
                        <a:cs typeface="Arial" panose="020B0604020202020204" pitchFamily="34" charset="0"/>
                      </a:endParaRPr>
                    </a:p>
                  </a:txBody>
                  <a:tcPr marL="68580" marR="68580" marT="0" marB="0"/>
                </a:tc>
                <a:extLst>
                  <a:ext uri="{0D108BD9-81ED-4DB2-BD59-A6C34878D82A}">
                    <a16:rowId xmlns:a16="http://schemas.microsoft.com/office/drawing/2014/main" val="2888305486"/>
                  </a:ext>
                </a:extLst>
              </a:tr>
            </a:tbl>
          </a:graphicData>
        </a:graphic>
      </p:graphicFrame>
    </p:spTree>
    <p:extLst>
      <p:ext uri="{BB962C8B-B14F-4D97-AF65-F5344CB8AC3E}">
        <p14:creationId xmlns:p14="http://schemas.microsoft.com/office/powerpoint/2010/main" val="26246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6311295" cy="931817"/>
          </a:xfrm>
        </p:spPr>
        <p:txBody>
          <a:bodyPr/>
          <a:lstStyle/>
          <a:p>
            <a:r>
              <a:rPr lang="en-US" b="1" dirty="0">
                <a:latin typeface="Times New Roman" panose="02020603050405020304" pitchFamily="18" charset="0"/>
                <a:cs typeface="Times New Roman" panose="02020603050405020304" pitchFamily="18" charset="0"/>
              </a:rPr>
              <a:t>Project Stakeholders &amp; Roles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755138659"/>
              </p:ext>
            </p:extLst>
          </p:nvPr>
        </p:nvGraphicFramePr>
        <p:xfrm>
          <a:off x="521109" y="1429068"/>
          <a:ext cx="8805771" cy="4754880"/>
        </p:xfrm>
        <a:graphic>
          <a:graphicData uri="http://schemas.openxmlformats.org/drawingml/2006/table">
            <a:tbl>
              <a:tblPr firstRow="1" bandRow="1">
                <a:tableStyleId>{5C22544A-7EE6-4342-B048-85BDC9FD1C3A}</a:tableStyleId>
              </a:tblPr>
              <a:tblGrid>
                <a:gridCol w="2241943">
                  <a:extLst>
                    <a:ext uri="{9D8B030D-6E8A-4147-A177-3AD203B41FA5}">
                      <a16:colId xmlns:a16="http://schemas.microsoft.com/office/drawing/2014/main" val="3664802139"/>
                    </a:ext>
                  </a:extLst>
                </a:gridCol>
                <a:gridCol w="6563828">
                  <a:extLst>
                    <a:ext uri="{9D8B030D-6E8A-4147-A177-3AD203B41FA5}">
                      <a16:colId xmlns:a16="http://schemas.microsoft.com/office/drawing/2014/main" val="1648904899"/>
                    </a:ext>
                  </a:extLst>
                </a:gridCol>
              </a:tblGrid>
              <a:tr h="370840">
                <a:tc>
                  <a:txBody>
                    <a:bodyPr/>
                    <a:lstStyle/>
                    <a:p>
                      <a:pPr algn="ctr"/>
                      <a:r>
                        <a:rPr lang="en-US" sz="2000" dirty="0" smtClean="0">
                          <a:solidFill>
                            <a:schemeClr val="bg1">
                              <a:lumMod val="95000"/>
                            </a:schemeClr>
                          </a:solidFill>
                          <a:latin typeface="Times New Roman" panose="02020603050405020304" pitchFamily="18" charset="0"/>
                          <a:cs typeface="Times New Roman" panose="02020603050405020304" pitchFamily="18" charset="0"/>
                        </a:rPr>
                        <a:t>Project Sponsor</a:t>
                      </a:r>
                      <a:endParaRPr lang="en-US" sz="2000" dirty="0">
                        <a:solidFill>
                          <a:schemeClr val="bg1">
                            <a:lumMod val="95000"/>
                          </a:schemeClr>
                        </a:solidFill>
                        <a:latin typeface="Times New Roman" panose="02020603050405020304" pitchFamily="18" charset="0"/>
                        <a:cs typeface="Times New Roman" panose="02020603050405020304" pitchFamily="18" charset="0"/>
                      </a:endParaRP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dirty="0" smtClean="0">
                          <a:solidFill>
                            <a:schemeClr val="bg1">
                              <a:lumMod val="95000"/>
                            </a:schemeClr>
                          </a:solidFill>
                          <a:effectLst/>
                          <a:latin typeface="Times New Roman" panose="02020603050405020304" pitchFamily="18" charset="0"/>
                          <a:cs typeface="Times New Roman" panose="02020603050405020304" pitchFamily="18" charset="0"/>
                        </a:rPr>
                        <a:t>COMSATS, Institute of Information Technology Islamabad</a:t>
                      </a:r>
                      <a:endParaRPr lang="en-US" sz="2000" dirty="0" smtClean="0">
                        <a:solidFill>
                          <a:schemeClr val="bg1">
                            <a:lumMod val="9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000" dirty="0">
                        <a:solidFill>
                          <a:schemeClr val="bg1">
                            <a:lumMod val="9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39190158"/>
                  </a:ext>
                </a:extLst>
              </a:tr>
              <a:tr h="370840">
                <a:tc>
                  <a:txBody>
                    <a:bodyPr/>
                    <a:lstStyle/>
                    <a:p>
                      <a:pPr algn="ctr"/>
                      <a:r>
                        <a:rPr lang="en-US" sz="2000" b="1" dirty="0" smtClean="0">
                          <a:solidFill>
                            <a:schemeClr val="accent1">
                              <a:lumMod val="50000"/>
                            </a:schemeClr>
                          </a:solidFill>
                          <a:latin typeface="Times New Roman" panose="02020603050405020304" pitchFamily="18" charset="0"/>
                          <a:cs typeface="Times New Roman" panose="02020603050405020304" pitchFamily="18" charset="0"/>
                        </a:rPr>
                        <a:t>Stakeholders</a:t>
                      </a:r>
                      <a:endParaRPr lang="en-US" sz="2000" b="1" dirty="0">
                        <a:solidFill>
                          <a:schemeClr val="accent1">
                            <a:lumMod val="50000"/>
                          </a:schemeClr>
                        </a:solidFill>
                        <a:latin typeface="Times New Roman" panose="02020603050405020304" pitchFamily="18" charset="0"/>
                        <a:cs typeface="Times New Roman" panose="02020603050405020304" pitchFamily="18" charset="0"/>
                      </a:endParaRPr>
                    </a:p>
                  </a:txBody>
                  <a:tcPr anchor="ctr"/>
                </a:tc>
                <a:tc>
                  <a:txBody>
                    <a:bodyPr/>
                    <a:lstStyle/>
                    <a:p>
                      <a:pPr marL="342900" indent="-342900">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Development Team (</a:t>
                      </a:r>
                      <a:r>
                        <a:rPr lang="en-US" sz="2000" b="1" dirty="0" err="1" smtClean="0">
                          <a:solidFill>
                            <a:srgbClr val="C00000"/>
                          </a:solidFill>
                          <a:latin typeface="Times New Roman" panose="02020603050405020304" pitchFamily="18" charset="0"/>
                          <a:cs typeface="Times New Roman" panose="02020603050405020304" pitchFamily="18" charset="0"/>
                        </a:rPr>
                        <a:t>Awais</a:t>
                      </a:r>
                      <a:r>
                        <a:rPr lang="en-US" sz="2000" b="1" dirty="0" smtClean="0">
                          <a:solidFill>
                            <a:srgbClr val="C00000"/>
                          </a:solidFill>
                          <a:latin typeface="Times New Roman" panose="02020603050405020304" pitchFamily="18" charset="0"/>
                          <a:cs typeface="Times New Roman" panose="02020603050405020304" pitchFamily="18" charset="0"/>
                        </a:rPr>
                        <a:t> &amp; </a:t>
                      </a:r>
                      <a:r>
                        <a:rPr lang="en-US" sz="2000" b="1" dirty="0" err="1" smtClean="0">
                          <a:solidFill>
                            <a:srgbClr val="C00000"/>
                          </a:solidFill>
                          <a:latin typeface="Times New Roman" panose="02020603050405020304" pitchFamily="18" charset="0"/>
                          <a:cs typeface="Times New Roman" panose="02020603050405020304" pitchFamily="18" charset="0"/>
                        </a:rPr>
                        <a:t>Asna</a:t>
                      </a:r>
                      <a:r>
                        <a:rPr lang="en-US" sz="2000" b="1" dirty="0" smtClean="0">
                          <a:solidFill>
                            <a:srgbClr val="C00000"/>
                          </a:solidFill>
                          <a:latin typeface="Times New Roman" panose="02020603050405020304" pitchFamily="18" charset="0"/>
                          <a:cs typeface="Times New Roman" panose="02020603050405020304" pitchFamily="18" charset="0"/>
                        </a:rPr>
                        <a:t>):</a:t>
                      </a:r>
                      <a:r>
                        <a:rPr lang="en-US" sz="2000" dirty="0" smtClean="0">
                          <a:solidFill>
                            <a:srgbClr val="C00000"/>
                          </a:solidFill>
                          <a:latin typeface="Times New Roman" panose="02020603050405020304" pitchFamily="18" charset="0"/>
                          <a:cs typeface="Times New Roman" panose="02020603050405020304" pitchFamily="18" charset="0"/>
                        </a:rPr>
                        <a:t> Responsible for design, development, testing, and deployment.</a:t>
                      </a:r>
                    </a:p>
                    <a:p>
                      <a:pPr marL="342900" indent="-342900">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Project Supervisor (</a:t>
                      </a:r>
                      <a:r>
                        <a:rPr lang="en-US" sz="2000" b="1" dirty="0" err="1" smtClean="0">
                          <a:solidFill>
                            <a:srgbClr val="C00000"/>
                          </a:solidFill>
                          <a:latin typeface="Times New Roman" panose="02020603050405020304" pitchFamily="18" charset="0"/>
                          <a:cs typeface="Times New Roman" panose="02020603050405020304" pitchFamily="18" charset="0"/>
                        </a:rPr>
                        <a:t>Tahseen</a:t>
                      </a:r>
                      <a:r>
                        <a:rPr lang="en-US" sz="2000" b="1" dirty="0" smtClean="0">
                          <a:solidFill>
                            <a:srgbClr val="C00000"/>
                          </a:solidFill>
                          <a:latin typeface="Times New Roman" panose="02020603050405020304" pitchFamily="18" charset="0"/>
                          <a:cs typeface="Times New Roman" panose="02020603050405020304" pitchFamily="18" charset="0"/>
                        </a:rPr>
                        <a:t> </a:t>
                      </a:r>
                      <a:r>
                        <a:rPr lang="en-US" sz="2000" b="1" dirty="0" err="1" smtClean="0">
                          <a:solidFill>
                            <a:srgbClr val="C00000"/>
                          </a:solidFill>
                          <a:latin typeface="Times New Roman" panose="02020603050405020304" pitchFamily="18" charset="0"/>
                          <a:cs typeface="Times New Roman" panose="02020603050405020304" pitchFamily="18" charset="0"/>
                        </a:rPr>
                        <a:t>Riaz</a:t>
                      </a:r>
                      <a:r>
                        <a:rPr lang="en-US" sz="2000" b="1" dirty="0" smtClean="0">
                          <a:solidFill>
                            <a:srgbClr val="C00000"/>
                          </a:solidFill>
                          <a:latin typeface="Times New Roman" panose="02020603050405020304" pitchFamily="18" charset="0"/>
                          <a:cs typeface="Times New Roman" panose="02020603050405020304" pitchFamily="18" charset="0"/>
                        </a:rPr>
                        <a:t> </a:t>
                      </a:r>
                      <a:r>
                        <a:rPr lang="en-US" sz="2000" b="1" dirty="0" err="1" smtClean="0">
                          <a:solidFill>
                            <a:srgbClr val="C00000"/>
                          </a:solidFill>
                          <a:latin typeface="Times New Roman" panose="02020603050405020304" pitchFamily="18" charset="0"/>
                          <a:cs typeface="Times New Roman" panose="02020603050405020304" pitchFamily="18" charset="0"/>
                        </a:rPr>
                        <a:t>Abbassi</a:t>
                      </a:r>
                      <a:r>
                        <a:rPr lang="en-US" sz="2000" b="1" dirty="0" smtClean="0">
                          <a:solidFill>
                            <a:srgbClr val="C00000"/>
                          </a:solidFill>
                          <a:latin typeface="Times New Roman" panose="02020603050405020304" pitchFamily="18" charset="0"/>
                          <a:cs typeface="Times New Roman" panose="02020603050405020304" pitchFamily="18" charset="0"/>
                        </a:rPr>
                        <a:t>):</a:t>
                      </a:r>
                      <a:r>
                        <a:rPr lang="en-US" sz="2000" dirty="0" smtClean="0">
                          <a:solidFill>
                            <a:srgbClr val="C00000"/>
                          </a:solidFill>
                          <a:latin typeface="Times New Roman" panose="02020603050405020304" pitchFamily="18" charset="0"/>
                          <a:cs typeface="Times New Roman" panose="02020603050405020304" pitchFamily="18" charset="0"/>
                        </a:rPr>
                        <a:t> Provides technical guidance, monitors progress, and approves phases.</a:t>
                      </a:r>
                    </a:p>
                    <a:p>
                      <a:pPr marL="342900" indent="-342900">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Final Year Project Committee:</a:t>
                      </a:r>
                      <a:r>
                        <a:rPr lang="en-US" sz="2000" dirty="0" smtClean="0">
                          <a:solidFill>
                            <a:srgbClr val="C00000"/>
                          </a:solidFill>
                          <a:latin typeface="Times New Roman" panose="02020603050405020304" pitchFamily="18" charset="0"/>
                          <a:cs typeface="Times New Roman" panose="02020603050405020304" pitchFamily="18" charset="0"/>
                        </a:rPr>
                        <a:t> Evaluates project quality and final implementation.</a:t>
                      </a:r>
                    </a:p>
                    <a:p>
                      <a:pPr marL="342900" indent="-342900">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End Users (Podcast Creators):</a:t>
                      </a:r>
                      <a:r>
                        <a:rPr lang="en-US" sz="2000" dirty="0" smtClean="0">
                          <a:solidFill>
                            <a:srgbClr val="C00000"/>
                          </a:solidFill>
                          <a:latin typeface="Times New Roman" panose="02020603050405020304" pitchFamily="18" charset="0"/>
                          <a:cs typeface="Times New Roman" panose="02020603050405020304" pitchFamily="18" charset="0"/>
                        </a:rPr>
                        <a:t> Provide essential requirements and feedback for system improvement.</a:t>
                      </a:r>
                    </a:p>
                    <a:p>
                      <a:pPr marL="342900" indent="-342900">
                        <a:buFont typeface="Arial" panose="020B0604020202020204" pitchFamily="34" charset="0"/>
                        <a:buChar char="•"/>
                      </a:pPr>
                      <a:r>
                        <a:rPr lang="en-US" sz="2000" b="1" dirty="0" smtClean="0">
                          <a:solidFill>
                            <a:srgbClr val="C00000"/>
                          </a:solidFill>
                          <a:latin typeface="Times New Roman" panose="02020603050405020304" pitchFamily="18" charset="0"/>
                          <a:cs typeface="Times New Roman" panose="02020603050405020304" pitchFamily="18" charset="0"/>
                        </a:rPr>
                        <a:t>System Administrator:</a:t>
                      </a:r>
                      <a:r>
                        <a:rPr lang="en-US" sz="2000" dirty="0" smtClean="0">
                          <a:solidFill>
                            <a:srgbClr val="C00000"/>
                          </a:solidFill>
                          <a:latin typeface="Times New Roman" panose="02020603050405020304" pitchFamily="18" charset="0"/>
                          <a:cs typeface="Times New Roman" panose="02020603050405020304" pitchFamily="18" charset="0"/>
                        </a:rPr>
                        <a:t> Manages users, system operations, and AI services.</a:t>
                      </a:r>
                    </a:p>
                    <a:p>
                      <a:endParaRPr lang="en-US" sz="2000" dirty="0">
                        <a:solidFill>
                          <a:schemeClr val="accent1">
                            <a:lumMod val="50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16468452"/>
                  </a:ext>
                </a:extLst>
              </a:tr>
            </a:tbl>
          </a:graphicData>
        </a:graphic>
      </p:graphicFrame>
    </p:spTree>
    <p:extLst>
      <p:ext uri="{BB962C8B-B14F-4D97-AF65-F5344CB8AC3E}">
        <p14:creationId xmlns:p14="http://schemas.microsoft.com/office/powerpoint/2010/main" val="670644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00594"/>
            <a:ext cx="6988386" cy="734351"/>
          </a:xfrm>
        </p:spPr>
        <p:txBody>
          <a:bodyPr/>
          <a:lstStyle/>
          <a:p>
            <a:r>
              <a:rPr lang="en-US" b="1" dirty="0" smtClean="0">
                <a:latin typeface="Times New Roman" panose="02020603050405020304" pitchFamily="18" charset="0"/>
                <a:cs typeface="Times New Roman" panose="02020603050405020304" pitchFamily="18" charset="0"/>
              </a:rPr>
              <a:t>Work Division</a:t>
            </a:r>
            <a:endParaRPr lang="en-US" b="1"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86319873"/>
              </p:ext>
            </p:extLst>
          </p:nvPr>
        </p:nvGraphicFramePr>
        <p:xfrm>
          <a:off x="548640" y="1352659"/>
          <a:ext cx="7001691" cy="5056087"/>
        </p:xfrm>
        <a:graphic>
          <a:graphicData uri="http://schemas.openxmlformats.org/drawingml/2006/table">
            <a:tbl>
              <a:tblPr firstRow="1" bandRow="1">
                <a:tableStyleId>{3B4B98B0-60AC-42C2-AFA5-B58CD77FA1E5}</a:tableStyleId>
              </a:tblPr>
              <a:tblGrid>
                <a:gridCol w="2333897">
                  <a:extLst>
                    <a:ext uri="{9D8B030D-6E8A-4147-A177-3AD203B41FA5}">
                      <a16:colId xmlns:a16="http://schemas.microsoft.com/office/drawing/2014/main" val="3254246160"/>
                    </a:ext>
                  </a:extLst>
                </a:gridCol>
                <a:gridCol w="2333897">
                  <a:extLst>
                    <a:ext uri="{9D8B030D-6E8A-4147-A177-3AD203B41FA5}">
                      <a16:colId xmlns:a16="http://schemas.microsoft.com/office/drawing/2014/main" val="1170784513"/>
                    </a:ext>
                  </a:extLst>
                </a:gridCol>
                <a:gridCol w="2333897">
                  <a:extLst>
                    <a:ext uri="{9D8B030D-6E8A-4147-A177-3AD203B41FA5}">
                      <a16:colId xmlns:a16="http://schemas.microsoft.com/office/drawing/2014/main" val="535312031"/>
                    </a:ext>
                  </a:extLst>
                </a:gridCol>
              </a:tblGrid>
              <a:tr h="2495767">
                <a:tc>
                  <a:txBody>
                    <a:bodyPr/>
                    <a:lstStyle/>
                    <a:p>
                      <a:r>
                        <a:rPr lang="en-US" b="0" dirty="0" err="1" smtClean="0">
                          <a:solidFill>
                            <a:schemeClr val="accent1">
                              <a:lumMod val="75000"/>
                            </a:schemeClr>
                          </a:solidFill>
                          <a:latin typeface="Times New Roman" panose="02020603050405020304" pitchFamily="18" charset="0"/>
                          <a:cs typeface="Times New Roman" panose="02020603050405020304" pitchFamily="18" charset="0"/>
                        </a:rPr>
                        <a:t>Awais</a:t>
                      </a:r>
                      <a:r>
                        <a:rPr lang="en-US" b="0" dirty="0" smtClean="0">
                          <a:solidFill>
                            <a:schemeClr val="accent1">
                              <a:lumMod val="75000"/>
                            </a:schemeClr>
                          </a:solidFill>
                          <a:latin typeface="Times New Roman" panose="02020603050405020304" pitchFamily="18" charset="0"/>
                          <a:cs typeface="Times New Roman" panose="02020603050405020304" pitchFamily="18" charset="0"/>
                        </a:rPr>
                        <a:t> Ashraf</a:t>
                      </a:r>
                      <a:endParaRPr lang="en-US" b="0" dirty="0">
                        <a:solidFill>
                          <a:schemeClr val="accent1">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b="0" dirty="0" smtClean="0">
                          <a:solidFill>
                            <a:schemeClr val="accent1">
                              <a:lumMod val="75000"/>
                            </a:schemeClr>
                          </a:solidFill>
                          <a:latin typeface="Times New Roman" panose="02020603050405020304" pitchFamily="18" charset="0"/>
                          <a:cs typeface="Times New Roman" panose="02020603050405020304" pitchFamily="18" charset="0"/>
                        </a:rPr>
                        <a:t>FA23-BDS-053</a:t>
                      </a:r>
                      <a:endParaRPr lang="en-US" b="0" dirty="0">
                        <a:solidFill>
                          <a:schemeClr val="accent1">
                            <a:lumMod val="75000"/>
                          </a:schemeClr>
                        </a:solidFill>
                        <a:latin typeface="Times New Roman" panose="02020603050405020304" pitchFamily="18" charset="0"/>
                        <a:cs typeface="Times New Roman" panose="02020603050405020304" pitchFamily="18" charset="0"/>
                      </a:endParaRPr>
                    </a:p>
                  </a:txBody>
                  <a:tcPr/>
                </a:tc>
                <a:tc>
                  <a:txBody>
                    <a:bodyPr/>
                    <a:lstStyle/>
                    <a:p>
                      <a:r>
                        <a:rPr lang="en-US" sz="1800" b="1" kern="1200" dirty="0" smtClean="0">
                          <a:solidFill>
                            <a:srgbClr val="C00000"/>
                          </a:solidFill>
                          <a:effectLst/>
                          <a:latin typeface="Times New Roman" panose="02020603050405020304" pitchFamily="18" charset="0"/>
                          <a:ea typeface="+mn-ea"/>
                          <a:cs typeface="Times New Roman" panose="02020603050405020304" pitchFamily="18" charset="0"/>
                        </a:rPr>
                        <a:t>Web/Mobile Development: </a:t>
                      </a:r>
                    </a:p>
                    <a:p>
                      <a:r>
                        <a:rPr lang="en-US" sz="1800" b="0" kern="1200" dirty="0" smtClean="0">
                          <a:solidFill>
                            <a:srgbClr val="C00000"/>
                          </a:solidFill>
                          <a:effectLst/>
                          <a:latin typeface="Times New Roman" panose="02020603050405020304" pitchFamily="18" charset="0"/>
                          <a:ea typeface="+mn-ea"/>
                          <a:cs typeface="Times New Roman" panose="02020603050405020304" pitchFamily="18" charset="0"/>
                        </a:rPr>
                        <a:t>User Authentication, Dashboard, and UI/UX implementation.</a:t>
                      </a:r>
                    </a:p>
                    <a:p>
                      <a:r>
                        <a:rPr lang="en-US" sz="1800" b="1" kern="1200" dirty="0" smtClean="0">
                          <a:solidFill>
                            <a:srgbClr val="C00000"/>
                          </a:solidFill>
                          <a:effectLst/>
                          <a:latin typeface="Times New Roman" panose="02020603050405020304" pitchFamily="18" charset="0"/>
                          <a:ea typeface="+mn-ea"/>
                          <a:cs typeface="Times New Roman" panose="02020603050405020304" pitchFamily="18" charset="0"/>
                        </a:rPr>
                        <a:t>Requirements: </a:t>
                      </a:r>
                    </a:p>
                    <a:p>
                      <a:r>
                        <a:rPr lang="en-US" sz="1800" b="0" kern="1200" dirty="0" smtClean="0">
                          <a:solidFill>
                            <a:srgbClr val="C00000"/>
                          </a:solidFill>
                          <a:effectLst/>
                          <a:latin typeface="Times New Roman" panose="02020603050405020304" pitchFamily="18" charset="0"/>
                          <a:ea typeface="+mn-ea"/>
                          <a:cs typeface="Times New Roman" panose="02020603050405020304" pitchFamily="18" charset="0"/>
                        </a:rPr>
                        <a:t>Leads Requirement Gathering and System Analysis</a:t>
                      </a:r>
                      <a:endParaRPr lang="en-US" sz="1800" b="0" kern="1200" dirty="0">
                        <a:solidFill>
                          <a:srgbClr val="C00000"/>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21625768"/>
                  </a:ext>
                </a:extLst>
              </a:tr>
              <a:tr h="2495767">
                <a:tc>
                  <a:txBody>
                    <a:bodyPr/>
                    <a:lstStyle/>
                    <a:p>
                      <a:r>
                        <a:rPr lang="en-US" dirty="0" err="1" smtClean="0">
                          <a:solidFill>
                            <a:schemeClr val="accent1">
                              <a:lumMod val="75000"/>
                            </a:schemeClr>
                          </a:solidFill>
                          <a:latin typeface="Times New Roman" panose="02020603050405020304" pitchFamily="18" charset="0"/>
                          <a:cs typeface="Times New Roman" panose="02020603050405020304" pitchFamily="18" charset="0"/>
                        </a:rPr>
                        <a:t>Asna</a:t>
                      </a:r>
                      <a:r>
                        <a:rPr lang="en-US" dirty="0" smtClean="0">
                          <a:solidFill>
                            <a:schemeClr val="accent1">
                              <a:lumMod val="75000"/>
                            </a:schemeClr>
                          </a:solidFill>
                          <a:latin typeface="Times New Roman" panose="02020603050405020304" pitchFamily="18" charset="0"/>
                          <a:cs typeface="Times New Roman" panose="02020603050405020304" pitchFamily="18" charset="0"/>
                        </a:rPr>
                        <a:t> </a:t>
                      </a:r>
                      <a:r>
                        <a:rPr lang="en-US" dirty="0" err="1" smtClean="0">
                          <a:solidFill>
                            <a:schemeClr val="accent1">
                              <a:lumMod val="75000"/>
                            </a:schemeClr>
                          </a:solidFill>
                          <a:latin typeface="Times New Roman" panose="02020603050405020304" pitchFamily="18" charset="0"/>
                          <a:cs typeface="Times New Roman" panose="02020603050405020304" pitchFamily="18" charset="0"/>
                        </a:rPr>
                        <a:t>Hammad</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1">
                        <a:alpha val="20000"/>
                      </a:schemeClr>
                    </a:solidFill>
                  </a:tcPr>
                </a:tc>
                <a:tc>
                  <a:txBody>
                    <a:bodyPr/>
                    <a:lstStyle/>
                    <a:p>
                      <a:r>
                        <a:rPr lang="en-US" dirty="0" smtClean="0">
                          <a:solidFill>
                            <a:schemeClr val="accent1">
                              <a:lumMod val="75000"/>
                            </a:schemeClr>
                          </a:solidFill>
                          <a:latin typeface="Times New Roman" panose="02020603050405020304" pitchFamily="18" charset="0"/>
                          <a:cs typeface="Times New Roman" panose="02020603050405020304" pitchFamily="18" charset="0"/>
                        </a:rPr>
                        <a:t>FA23-BDS-051</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1">
                        <a:alpha val="20000"/>
                      </a:schemeClr>
                    </a:solidFill>
                  </a:tcPr>
                </a:tc>
                <a:tc>
                  <a:txBody>
                    <a:bodyPr/>
                    <a:lstStyle/>
                    <a:p>
                      <a:r>
                        <a:rPr lang="en-US" sz="1800" b="1" kern="1200" dirty="0" smtClean="0">
                          <a:solidFill>
                            <a:srgbClr val="C00000"/>
                          </a:solidFill>
                          <a:effectLst/>
                          <a:latin typeface="Times New Roman" panose="02020603050405020304" pitchFamily="18" charset="0"/>
                          <a:ea typeface="+mn-ea"/>
                          <a:cs typeface="Times New Roman" panose="02020603050405020304" pitchFamily="18" charset="0"/>
                        </a:rPr>
                        <a:t>Backend &amp; AI:</a:t>
                      </a:r>
                      <a:r>
                        <a:rPr lang="en-US" sz="1800" kern="1200" dirty="0" smtClean="0">
                          <a:solidFill>
                            <a:srgbClr val="C00000"/>
                          </a:solidFill>
                          <a:effectLst/>
                          <a:latin typeface="Times New Roman" panose="02020603050405020304" pitchFamily="18" charset="0"/>
                          <a:ea typeface="+mn-ea"/>
                          <a:cs typeface="Times New Roman" panose="02020603050405020304" pitchFamily="18" charset="0"/>
                        </a:rPr>
                        <a:t> Database Management, Cloud Integration, and AI Agent development.</a:t>
                      </a:r>
                    </a:p>
                    <a:p>
                      <a:r>
                        <a:rPr lang="en-US" sz="1800" b="1" kern="1200" dirty="0" smtClean="0">
                          <a:solidFill>
                            <a:srgbClr val="C00000"/>
                          </a:solidFill>
                          <a:effectLst/>
                          <a:latin typeface="Times New Roman" panose="02020603050405020304" pitchFamily="18" charset="0"/>
                          <a:ea typeface="+mn-ea"/>
                          <a:cs typeface="Times New Roman" panose="02020603050405020304" pitchFamily="18" charset="0"/>
                        </a:rPr>
                        <a:t>Admin &amp; Quality:</a:t>
                      </a:r>
                      <a:r>
                        <a:rPr lang="en-US" sz="1800" kern="1200" dirty="0" smtClean="0">
                          <a:solidFill>
                            <a:srgbClr val="C00000"/>
                          </a:solidFill>
                          <a:effectLst/>
                          <a:latin typeface="Times New Roman" panose="02020603050405020304" pitchFamily="18" charset="0"/>
                          <a:ea typeface="+mn-ea"/>
                          <a:cs typeface="Times New Roman" panose="02020603050405020304" pitchFamily="18" charset="0"/>
                        </a:rPr>
                        <a:t> Admin Panel development, Testing, and Feasibility Study</a:t>
                      </a:r>
                      <a:r>
                        <a:rPr lang="en-US" sz="1800" kern="1200" dirty="0" smtClean="0">
                          <a:solidFill>
                            <a:schemeClr val="accent1">
                              <a:lumMod val="75000"/>
                            </a:schemeClr>
                          </a:solidFill>
                          <a:effectLst/>
                          <a:latin typeface="Times New Roman" panose="02020603050405020304" pitchFamily="18" charset="0"/>
                          <a:ea typeface="+mn-ea"/>
                          <a:cs typeface="Times New Roman" panose="02020603050405020304" pitchFamily="18" charset="0"/>
                        </a:rPr>
                        <a:t>.</a:t>
                      </a:r>
                      <a:endParaRPr lang="en-US" sz="1800" kern="1200" dirty="0">
                        <a:solidFill>
                          <a:schemeClr val="accent1">
                            <a:lumMod val="75000"/>
                          </a:schemeClr>
                        </a:solidFill>
                        <a:effectLst/>
                        <a:latin typeface="Times New Roman" panose="02020603050405020304" pitchFamily="18" charset="0"/>
                        <a:ea typeface="+mn-ea"/>
                        <a:cs typeface="Times New Roman" panose="02020603050405020304" pitchFamily="18" charset="0"/>
                      </a:endParaRPr>
                    </a:p>
                  </a:txBody>
                  <a:tcPr>
                    <a:solidFill>
                      <a:schemeClr val="bg1">
                        <a:alpha val="20000"/>
                      </a:schemeClr>
                    </a:solidFill>
                  </a:tcPr>
                </a:tc>
                <a:extLst>
                  <a:ext uri="{0D108BD9-81ED-4DB2-BD59-A6C34878D82A}">
                    <a16:rowId xmlns:a16="http://schemas.microsoft.com/office/drawing/2014/main" val="2984953769"/>
                  </a:ext>
                </a:extLst>
              </a:tr>
            </a:tbl>
          </a:graphicData>
        </a:graphic>
      </p:graphicFrame>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665720" y="0"/>
            <a:ext cx="4526280" cy="6858000"/>
          </a:xfrm>
          <a:prstGeom prst="rect">
            <a:avLst/>
          </a:prstGeom>
        </p:spPr>
      </p:pic>
    </p:spTree>
    <p:extLst>
      <p:ext uri="{BB962C8B-B14F-4D97-AF65-F5344CB8AC3E}">
        <p14:creationId xmlns:p14="http://schemas.microsoft.com/office/powerpoint/2010/main" val="2135564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5063"/>
          </a:xfrm>
        </p:spPr>
        <p:txBody>
          <a:bodyPr/>
          <a:lstStyle/>
          <a:p>
            <a:r>
              <a:rPr lang="en-US" b="1" dirty="0">
                <a:latin typeface="Times New Roman" panose="02020603050405020304" pitchFamily="18" charset="0"/>
                <a:cs typeface="Times New Roman" panose="02020603050405020304" pitchFamily="18" charset="0"/>
              </a:rPr>
              <a:t>Requirement Gathering Approaches</a:t>
            </a:r>
          </a:p>
        </p:txBody>
      </p:sp>
      <p:sp>
        <p:nvSpPr>
          <p:cNvPr id="4" name="Rectangle 1"/>
          <p:cNvSpPr>
            <a:spLocks noGrp="1" noChangeArrowheads="1"/>
          </p:cNvSpPr>
          <p:nvPr>
            <p:ph idx="1"/>
          </p:nvPr>
        </p:nvSpPr>
        <p:spPr bwMode="auto">
          <a:xfrm>
            <a:off x="677863" y="1820336"/>
            <a:ext cx="800893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Interviews: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Conducted with podcast creators to understand their specific workflows and challenges.</a:t>
            </a:r>
          </a:p>
          <a:p>
            <a:pPr defTabSz="914400" eaLnBrk="0" fontAlgn="base" hangingPunct="0">
              <a:spcBef>
                <a:spcPct val="0"/>
              </a:spcBef>
              <a:spcAft>
                <a:spcPct val="0"/>
              </a:spcAft>
              <a:buClrTx/>
              <a:buSzTx/>
              <a:buFont typeface="Arial" panose="020B0604020202020204" pitchFamily="34" charset="0"/>
              <a:buChar char="•"/>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Questionnaires:</a:t>
            </a:r>
            <a:r>
              <a:rPr kumimoji="0" lang="en-US" altLang="en-US" sz="24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Distributed to creators to gather quantitative data on preparation difficulties.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Observation:</a:t>
            </a:r>
            <a:r>
              <a:rPr kumimoji="0" lang="en-US" altLang="en-US" sz="24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Studying how podcasters currently use existing tools like Notion or Descript for planning.</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Online Research:</a:t>
            </a:r>
            <a:r>
              <a:rPr kumimoji="0" lang="en-US" altLang="en-US" sz="24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Analyzing current podcast production trends and user expectations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Reasoning:</a:t>
            </a:r>
            <a:r>
              <a:rPr kumimoji="0" lang="en-US" altLang="en-US" sz="24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To ensure </a:t>
            </a:r>
            <a:r>
              <a:rPr kumimoji="0" lang="en-US" altLang="en-US" sz="24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PodCraft</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aligns with real-world user needs and solves actual planning bottlenecks.</a:t>
            </a:r>
          </a:p>
        </p:txBody>
      </p:sp>
    </p:spTree>
    <p:extLst>
      <p:ext uri="{BB962C8B-B14F-4D97-AF65-F5344CB8AC3E}">
        <p14:creationId xmlns:p14="http://schemas.microsoft.com/office/powerpoint/2010/main" val="38885272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3972"/>
            <a:ext cx="8596668" cy="644434"/>
          </a:xfrm>
        </p:spPr>
        <p:txBody>
          <a:bodyPr>
            <a:noAutofit/>
          </a:bodyPr>
          <a:lstStyle/>
          <a:p>
            <a:r>
              <a:rPr lang="en-US" b="1" dirty="0">
                <a:latin typeface="Times New Roman" panose="02020603050405020304" pitchFamily="18" charset="0"/>
                <a:cs typeface="Times New Roman" panose="02020603050405020304" pitchFamily="18" charset="0"/>
              </a:rPr>
              <a:t>Concepts</a:t>
            </a:r>
            <a:r>
              <a:rPr lang="en-US" b="1" u="sng" dirty="0">
                <a:latin typeface="Times New Roman" panose="02020603050405020304" pitchFamily="18" charset="0"/>
                <a:cs typeface="Times New Roman" panose="02020603050405020304" pitchFamily="18" charset="0"/>
              </a:rPr>
              <a:t/>
            </a:r>
            <a:br>
              <a:rPr lang="en-US" b="1" u="sng" dirty="0">
                <a:latin typeface="Times New Roman" panose="02020603050405020304" pitchFamily="18" charset="0"/>
                <a:cs typeface="Times New Roman" panose="02020603050405020304" pitchFamily="18" charset="0"/>
              </a:rPr>
            </a:br>
            <a:endParaRPr lang="en-US" dirty="0"/>
          </a:p>
        </p:txBody>
      </p:sp>
      <p:sp>
        <p:nvSpPr>
          <p:cNvPr id="4" name="Rectangle 1"/>
          <p:cNvSpPr>
            <a:spLocks noGrp="1" noChangeArrowheads="1"/>
          </p:cNvSpPr>
          <p:nvPr>
            <p:ph idx="1"/>
          </p:nvPr>
        </p:nvSpPr>
        <p:spPr bwMode="auto">
          <a:xfrm>
            <a:off x="677334" y="1281286"/>
            <a:ext cx="8596139"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Concept-1: </a:t>
            </a:r>
          </a:p>
          <a:p>
            <a:pPr defTabSz="914400" eaLnBrk="0" fontAlgn="base" hangingPunct="0">
              <a:spcBef>
                <a:spcPct val="0"/>
              </a:spcBef>
              <a:spcAft>
                <a:spcPct val="0"/>
              </a:spcAft>
              <a:buClrTx/>
              <a:buSzTx/>
              <a:buFont typeface="Arial" panose="020B0604020202020204" pitchFamily="34" charset="0"/>
              <a:buChar char="•"/>
            </a:pPr>
            <a:r>
              <a:rPr kumimoji="0" lang="en-US" alt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Agent-Based Architectures:</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Designing specialized AI agents that collaborate to produce complete episode plans.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Concept-2: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Intelligent Content Generation:</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Utilizing the </a:t>
            </a:r>
            <a:r>
              <a:rPr kumimoji="0" lang="en-US" altLang="en-US" sz="24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OpenAI</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API for autonomous research and structuring of interview questions.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Concept-3: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Cross-Platform Development:</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Learning React Native and React JS for real-time synchronization between web and mobile platforms.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rPr>
              <a:t>Concept-4: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NoSQL &amp; Cloud Architecture:</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Implementing secure data storage and authentication using MongoDB and Firebase.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accent1">
                  <a:lumMod val="75000"/>
                </a:schemeClr>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3155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0560"/>
          </a:xfrm>
        </p:spPr>
        <p:txBody>
          <a:bodyPr/>
          <a:lstStyle/>
          <a:p>
            <a:r>
              <a:rPr lang="en-US" b="1" dirty="0" smtClean="0">
                <a:latin typeface="Times New Roman" panose="02020603050405020304" pitchFamily="18" charset="0"/>
                <a:cs typeface="Times New Roman" panose="02020603050405020304" pitchFamily="18" charset="0"/>
              </a:rPr>
              <a:t>Gantt Chart</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rotWithShape="1">
          <a:blip r:embed="rId2" cstate="screen">
            <a:extLst>
              <a:ext uri="{28A0092B-C50C-407E-A947-70E740481C1C}">
                <a14:useLocalDpi xmlns:a14="http://schemas.microsoft.com/office/drawing/2010/main"/>
              </a:ext>
            </a:extLst>
          </a:blip>
          <a:srcRect/>
          <a:stretch/>
        </p:blipFill>
        <p:spPr bwMode="auto">
          <a:xfrm>
            <a:off x="677335" y="1489166"/>
            <a:ext cx="8218472" cy="4990011"/>
          </a:xfrm>
          <a:prstGeom prst="rect">
            <a:avLst/>
          </a:prstGeom>
          <a:noFill/>
          <a:ln>
            <a:noFill/>
          </a:ln>
        </p:spPr>
      </p:pic>
    </p:spTree>
    <p:extLst>
      <p:ext uri="{BB962C8B-B14F-4D97-AF65-F5344CB8AC3E}">
        <p14:creationId xmlns:p14="http://schemas.microsoft.com/office/powerpoint/2010/main" val="1643876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31280" y="0"/>
            <a:ext cx="5760720" cy="6858000"/>
          </a:xfrm>
          <a:prstGeom prst="rect">
            <a:avLst/>
          </a:prstGeom>
        </p:spPr>
      </p:pic>
      <p:sp>
        <p:nvSpPr>
          <p:cNvPr id="5" name="Title 1"/>
          <p:cNvSpPr>
            <a:spLocks noGrp="1"/>
          </p:cNvSpPr>
          <p:nvPr>
            <p:ph idx="1"/>
          </p:nvPr>
        </p:nvSpPr>
        <p:spPr>
          <a:xfrm>
            <a:off x="677334" y="2160590"/>
            <a:ext cx="5753946" cy="1810520"/>
          </a:xfrm>
        </p:spPr>
        <p:txBody>
          <a:bodyPr>
            <a:noAutofit/>
          </a:bodyPr>
          <a:lstStyle/>
          <a:p>
            <a:pPr marL="0" indent="0">
              <a:lnSpc>
                <a:spcPts val="5800"/>
              </a:lnSpc>
              <a:buNone/>
            </a:pPr>
            <a:r>
              <a:rPr lang="en-US" sz="3600"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Project Timeline &amp; Mockups</a:t>
            </a:r>
            <a:endParaRPr lang="en-US" sz="3600"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97755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Mockup-1:</a:t>
            </a:r>
            <a:r>
              <a:rPr lang="en-US" b="1" dirty="0">
                <a:solidFill>
                  <a:srgbClr val="F2F5FA"/>
                </a:solidFill>
                <a:latin typeface="Geist Bold" pitchFamily="34" charset="0"/>
                <a:ea typeface="Geist Bold" pitchFamily="34" charset="-122"/>
                <a:cs typeface="Times New Roman" panose="02020603050405020304" pitchFamily="18" charset="0"/>
              </a:rPr>
              <a:t> </a:t>
            </a:r>
            <a:r>
              <a:rPr lang="en-US"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User Dashboard</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1110343" y="1645920"/>
            <a:ext cx="7667897" cy="4565192"/>
          </a:xfrm>
          <a:prstGeom prst="rect">
            <a:avLst/>
          </a:prstGeom>
        </p:spPr>
      </p:pic>
    </p:spTree>
    <p:extLst>
      <p:ext uri="{BB962C8B-B14F-4D97-AF65-F5344CB8AC3E}">
        <p14:creationId xmlns:p14="http://schemas.microsoft.com/office/powerpoint/2010/main" val="3337947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Mockup-2</a:t>
            </a:r>
            <a:r>
              <a:rPr lang="en-US"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 Podcast Info</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7" name="Content Placeholder 6"/>
          <p:cNvPicPr>
            <a:picLocks noGrp="1" noChangeAspect="1"/>
          </p:cNvPicPr>
          <p:nvPr>
            <p:ph idx="1"/>
          </p:nvPr>
        </p:nvPicPr>
        <p:blipFill>
          <a:blip r:embed="rId2"/>
          <a:stretch>
            <a:fillRect/>
          </a:stretch>
        </p:blipFill>
        <p:spPr>
          <a:xfrm>
            <a:off x="783772" y="1654629"/>
            <a:ext cx="8258628" cy="4751571"/>
          </a:xfrm>
          <a:prstGeom prst="rect">
            <a:avLst/>
          </a:prstGeom>
        </p:spPr>
      </p:pic>
    </p:spTree>
    <p:extLst>
      <p:ext uri="{BB962C8B-B14F-4D97-AF65-F5344CB8AC3E}">
        <p14:creationId xmlns:p14="http://schemas.microsoft.com/office/powerpoint/2010/main" val="66459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Mockup-3: Style &amp; Length</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088571" y="1596572"/>
            <a:ext cx="7823200" cy="4445454"/>
          </a:xfrm>
          <a:prstGeom prst="rect">
            <a:avLst/>
          </a:prstGeom>
        </p:spPr>
      </p:pic>
    </p:spTree>
    <p:extLst>
      <p:ext uri="{BB962C8B-B14F-4D97-AF65-F5344CB8AC3E}">
        <p14:creationId xmlns:p14="http://schemas.microsoft.com/office/powerpoint/2010/main" val="3598225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Mockup-4: </a:t>
            </a:r>
            <a:r>
              <a:rPr lang="en-US" b="1" smtClean="0">
                <a:solidFill>
                  <a:schemeClr val="accent1">
                    <a:lumMod val="75000"/>
                  </a:schemeClr>
                </a:solidFill>
                <a:latin typeface="Times New Roman" panose="02020603050405020304" pitchFamily="18" charset="0"/>
                <a:ea typeface="Geist Bold" pitchFamily="34" charset="-122"/>
                <a:cs typeface="Times New Roman" panose="02020603050405020304" pitchFamily="18" charset="0"/>
              </a:rPr>
              <a:t>Generation Screen </a:t>
            </a:r>
            <a:endParaRPr lang="en-US" dirty="0"/>
          </a:p>
        </p:txBody>
      </p:sp>
      <p:pic>
        <p:nvPicPr>
          <p:cNvPr id="4" name="Content Placeholder 3"/>
          <p:cNvPicPr>
            <a:picLocks noGrp="1" noChangeAspect="1"/>
          </p:cNvPicPr>
          <p:nvPr>
            <p:ph idx="1"/>
          </p:nvPr>
        </p:nvPicPr>
        <p:blipFill>
          <a:blip r:embed="rId2"/>
          <a:stretch>
            <a:fillRect/>
          </a:stretch>
        </p:blipFill>
        <p:spPr>
          <a:xfrm>
            <a:off x="677334" y="1654630"/>
            <a:ext cx="8365066" cy="4387396"/>
          </a:xfrm>
          <a:prstGeom prst="rect">
            <a:avLst/>
          </a:prstGeom>
        </p:spPr>
      </p:pic>
    </p:spTree>
    <p:extLst>
      <p:ext uri="{BB962C8B-B14F-4D97-AF65-F5344CB8AC3E}">
        <p14:creationId xmlns:p14="http://schemas.microsoft.com/office/powerpoint/2010/main" val="4292603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Mobile Mockups:</a:t>
            </a:r>
            <a:br>
              <a:rPr lang="en-US" b="1"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Mockup-1: User Authentication</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rotWithShape="1">
          <a:blip r:embed="rId2"/>
          <a:srcRect l="2796" t="8840" r="4720" b="2825"/>
          <a:stretch/>
        </p:blipFill>
        <p:spPr bwMode="auto">
          <a:xfrm>
            <a:off x="4172898" y="2160588"/>
            <a:ext cx="2782084" cy="412013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00840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Mockup-2: User Dashboard</a:t>
            </a:r>
            <a:endParaRPr lang="en-US" b="1" dirty="0">
              <a:latin typeface="Times New Roman" panose="02020603050405020304" pitchFamily="18" charset="0"/>
              <a:cs typeface="Times New Roman" panose="02020603050405020304" pitchFamily="18" charset="0"/>
            </a:endParaRPr>
          </a:p>
        </p:txBody>
      </p:sp>
      <p:pic>
        <p:nvPicPr>
          <p:cNvPr id="5" name="Content Placeholder 4"/>
          <p:cNvPicPr>
            <a:picLocks noGrp="1"/>
          </p:cNvPicPr>
          <p:nvPr>
            <p:ph idx="1"/>
          </p:nvPr>
        </p:nvPicPr>
        <p:blipFill>
          <a:blip r:embed="rId2"/>
          <a:stretch>
            <a:fillRect/>
          </a:stretch>
        </p:blipFill>
        <p:spPr>
          <a:xfrm>
            <a:off x="4135130" y="2160588"/>
            <a:ext cx="2478106" cy="4000067"/>
          </a:xfrm>
          <a:prstGeom prst="rect">
            <a:avLst/>
          </a:prstGeom>
        </p:spPr>
      </p:pic>
    </p:spTree>
    <p:extLst>
      <p:ext uri="{BB962C8B-B14F-4D97-AF65-F5344CB8AC3E}">
        <p14:creationId xmlns:p14="http://schemas.microsoft.com/office/powerpoint/2010/main" val="388496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Mockup-3: Podcast Info</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a:blip r:embed="rId2"/>
          <a:stretch>
            <a:fillRect/>
          </a:stretch>
        </p:blipFill>
        <p:spPr>
          <a:xfrm>
            <a:off x="4173891" y="2160588"/>
            <a:ext cx="2605600" cy="4351048"/>
          </a:xfrm>
          <a:prstGeom prst="rect">
            <a:avLst/>
          </a:prstGeom>
        </p:spPr>
      </p:pic>
    </p:spTree>
    <p:extLst>
      <p:ext uri="{BB962C8B-B14F-4D97-AF65-F5344CB8AC3E}">
        <p14:creationId xmlns:p14="http://schemas.microsoft.com/office/powerpoint/2010/main" val="32348441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Mockup-4: Agents Running</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rotWithShape="1">
          <a:blip r:embed="rId2"/>
          <a:srcRect l="5539" t="7394" r="4670" b="1839"/>
          <a:stretch/>
        </p:blipFill>
        <p:spPr bwMode="auto">
          <a:xfrm>
            <a:off x="3629891" y="1644073"/>
            <a:ext cx="2881745" cy="47382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298910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986" y="1367245"/>
            <a:ext cx="8596668" cy="892629"/>
          </a:xfrm>
        </p:spPr>
        <p:txBody>
          <a:bodyPr/>
          <a:lstStyle/>
          <a:p>
            <a:r>
              <a:rPr lang="en-US" b="1" dirty="0" smtClean="0">
                <a:solidFill>
                  <a:schemeClr val="accent1">
                    <a:lumMod val="75000"/>
                  </a:schemeClr>
                </a:solidFill>
                <a:latin typeface="Times New Roman" panose="02020603050405020304" pitchFamily="18" charset="0"/>
                <a:cs typeface="Times New Roman" panose="02020603050405020304" pitchFamily="18" charset="0"/>
              </a:rPr>
              <a:t>Conclusion</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454640" y="2094155"/>
            <a:ext cx="632498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Arial" panose="020B0604020202020204" pitchFamily="34" charset="0"/>
              <a:buChar char="•"/>
            </a:pPr>
            <a:r>
              <a:rPr kumimoji="0" lang="en-US" altLang="en-US" sz="24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PodCraft</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bridges the pre-production gap by automating the most time-consuming parts of podcasting.</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By using collaborative AI agents, it ensures high-quality content structure and increased audience engagement.</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It serves as a professional "Digital Producer" for both independent and professional creators.</a:t>
            </a:r>
          </a:p>
        </p:txBody>
      </p:sp>
      <p:pic>
        <p:nvPicPr>
          <p:cNvPr id="7"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040880" y="1"/>
            <a:ext cx="5264331" cy="6858000"/>
          </a:xfrm>
          <a:prstGeom prst="rect">
            <a:avLst/>
          </a:prstGeom>
        </p:spPr>
      </p:pic>
    </p:spTree>
    <p:extLst>
      <p:ext uri="{BB962C8B-B14F-4D97-AF65-F5344CB8AC3E}">
        <p14:creationId xmlns:p14="http://schemas.microsoft.com/office/powerpoint/2010/main" val="1153683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265056"/>
            <a:ext cx="8596668" cy="827314"/>
          </a:xfrm>
        </p:spPr>
        <p:txBody>
          <a:bodyPr/>
          <a:lstStyle/>
          <a:p>
            <a:r>
              <a:rPr lang="en-US" b="1" dirty="0">
                <a:latin typeface="Times New Roman" panose="02020603050405020304" pitchFamily="18" charset="0"/>
                <a:cs typeface="Times New Roman" panose="02020603050405020304" pitchFamily="18" charset="0"/>
              </a:rPr>
              <a:t>References</a:t>
            </a:r>
            <a:endParaRPr lang="en-US" dirty="0"/>
          </a:p>
        </p:txBody>
      </p:sp>
      <p:sp>
        <p:nvSpPr>
          <p:cNvPr id="4" name="Rectangle 1"/>
          <p:cNvSpPr>
            <a:spLocks noGrp="1" noChangeArrowheads="1"/>
          </p:cNvSpPr>
          <p:nvPr>
            <p:ph idx="1"/>
          </p:nvPr>
        </p:nvSpPr>
        <p:spPr bwMode="auto">
          <a:xfrm>
            <a:off x="539860" y="2092370"/>
            <a:ext cx="887161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Arial" panose="020B0604020202020204" pitchFamily="34" charset="0"/>
              <a:buChar char="•"/>
            </a:pP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R. S. Pressman and B. R. Maxim, </a:t>
            </a:r>
            <a:r>
              <a:rPr kumimoji="0" lang="en-US" altLang="en-US" sz="2400" b="0" i="1"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Software Engineering: A Practitioner’s Approach</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2019.</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S. B. Roy and A. Das, "Artificial Intelligence in Content Generation," </a:t>
            </a:r>
            <a:r>
              <a:rPr kumimoji="0" lang="en-US" altLang="en-US" sz="2400" b="0" i="1"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Journal of Intelligent Systems</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2021.</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L. Zhang and M. Lee, "NLP in Digital Media," </a:t>
            </a:r>
            <a:r>
              <a:rPr kumimoji="0" lang="en-US" altLang="en-US" sz="2400" b="0" i="1"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IJCSIT</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2022.</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err="1" smtClean="0">
                <a:ln>
                  <a:noFill/>
                </a:ln>
                <a:solidFill>
                  <a:srgbClr val="C00000"/>
                </a:solidFill>
                <a:effectLst/>
                <a:latin typeface="Times New Roman" panose="02020603050405020304" pitchFamily="18" charset="0"/>
                <a:cs typeface="Times New Roman" panose="02020603050405020304" pitchFamily="18" charset="0"/>
              </a:rPr>
              <a:t>OpenAI</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"GPT Technology Overview," </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hlinkClick r:id="rId2"/>
              </a:rPr>
              <a:t>https://openai.com/research</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2024.</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MongoDB Inc., "Documentation," </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hlinkClick r:id="rId3"/>
              </a:rPr>
              <a:t>https://www.mongodb.com/docs</a:t>
            </a:r>
            <a:r>
              <a:rPr kumimoji="0" lang="en-US" altLang="en-US" sz="2400" b="0" i="0" u="none" strike="noStrike" cap="none" normalizeH="0" baseline="0" dirty="0" smtClean="0">
                <a:ln>
                  <a:noFill/>
                </a:ln>
                <a:solidFill>
                  <a:srgbClr val="C00000"/>
                </a:solidFill>
                <a:effectLst/>
                <a:latin typeface="Times New Roman" panose="02020603050405020304" pitchFamily="18" charset="0"/>
                <a:cs typeface="Times New Roman" panose="02020603050405020304" pitchFamily="18" charset="0"/>
              </a:rPr>
              <a:t>, 2024.</a:t>
            </a:r>
          </a:p>
        </p:txBody>
      </p:sp>
    </p:spTree>
    <p:extLst>
      <p:ext uri="{BB962C8B-B14F-4D97-AF65-F5344CB8AC3E}">
        <p14:creationId xmlns:p14="http://schemas.microsoft.com/office/powerpoint/2010/main" val="2110796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1371"/>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Plagiarism Report:</a:t>
            </a:r>
            <a:endParaRPr lang="en-US" b="1"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677333" y="1240971"/>
            <a:ext cx="7513077" cy="4493623"/>
          </a:xfrm>
          <a:prstGeom prst="rect">
            <a:avLst/>
          </a:prstGeom>
        </p:spPr>
      </p:pic>
    </p:spTree>
    <p:extLst>
      <p:ext uri="{BB962C8B-B14F-4D97-AF65-F5344CB8AC3E}">
        <p14:creationId xmlns:p14="http://schemas.microsoft.com/office/powerpoint/2010/main" val="2151764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Content Placeholder 3"/>
          <p:cNvPicPr>
            <a:picLocks noGrp="1" noChangeAspect="1"/>
          </p:cNvPicPr>
          <p:nvPr>
            <p:ph idx="1"/>
          </p:nvPr>
        </p:nvPicPr>
        <p:blipFill>
          <a:blip r:embed="rId2"/>
          <a:stretch>
            <a:fillRect/>
          </a:stretch>
        </p:blipFill>
        <p:spPr>
          <a:xfrm>
            <a:off x="1854925" y="1541418"/>
            <a:ext cx="5603965" cy="4859382"/>
          </a:xfrm>
          <a:prstGeom prst="rect">
            <a:avLst/>
          </a:prstGeom>
        </p:spPr>
      </p:pic>
    </p:spTree>
    <p:extLst>
      <p:ext uri="{BB962C8B-B14F-4D97-AF65-F5344CB8AC3E}">
        <p14:creationId xmlns:p14="http://schemas.microsoft.com/office/powerpoint/2010/main" val="27914967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6686"/>
          </a:xfrm>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Content Placeholder 3"/>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a:stretch/>
        </p:blipFill>
        <p:spPr>
          <a:xfrm>
            <a:off x="425389" y="1306286"/>
            <a:ext cx="7138005" cy="3227614"/>
          </a:xfrm>
          <a:prstGeom prst="rect">
            <a:avLst/>
          </a:prstGeom>
        </p:spPr>
      </p:pic>
    </p:spTree>
    <p:extLst>
      <p:ext uri="{BB962C8B-B14F-4D97-AF65-F5344CB8AC3E}">
        <p14:creationId xmlns:p14="http://schemas.microsoft.com/office/powerpoint/2010/main" val="41125118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6275"/>
          </a:xfrm>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Content Placeholder 3"/>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a:stretch/>
        </p:blipFill>
        <p:spPr>
          <a:xfrm>
            <a:off x="677334" y="1495425"/>
            <a:ext cx="6209241" cy="3105150"/>
          </a:xfrm>
          <a:prstGeom prst="rect">
            <a:avLst/>
          </a:prstGeom>
        </p:spPr>
      </p:pic>
    </p:spTree>
    <p:extLst>
      <p:ext uri="{BB962C8B-B14F-4D97-AF65-F5344CB8AC3E}">
        <p14:creationId xmlns:p14="http://schemas.microsoft.com/office/powerpoint/2010/main" val="2918905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33425"/>
          </a:xfrm>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Picture 3"/>
          <p:cNvPicPr>
            <a:picLocks noChangeAspect="1"/>
          </p:cNvPicPr>
          <p:nvPr/>
        </p:nvPicPr>
        <p:blipFill>
          <a:blip r:embed="rId2"/>
          <a:stretch>
            <a:fillRect/>
          </a:stretch>
        </p:blipFill>
        <p:spPr>
          <a:xfrm>
            <a:off x="1143001" y="1457326"/>
            <a:ext cx="6100922" cy="3609974"/>
          </a:xfrm>
          <a:prstGeom prst="rect">
            <a:avLst/>
          </a:prstGeom>
        </p:spPr>
      </p:pic>
    </p:spTree>
    <p:extLst>
      <p:ext uri="{BB962C8B-B14F-4D97-AF65-F5344CB8AC3E}">
        <p14:creationId xmlns:p14="http://schemas.microsoft.com/office/powerpoint/2010/main" val="34277982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8675"/>
          </a:xfrm>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Content Placeholder 3"/>
          <p:cNvPicPr>
            <a:picLocks noGrp="1" noChangeAspect="1"/>
          </p:cNvPicPr>
          <p:nvPr>
            <p:ph idx="1"/>
          </p:nvPr>
        </p:nvPicPr>
        <p:blipFill>
          <a:blip r:embed="rId2"/>
          <a:stretch>
            <a:fillRect/>
          </a:stretch>
        </p:blipFill>
        <p:spPr>
          <a:xfrm>
            <a:off x="895350" y="1438275"/>
            <a:ext cx="7360376" cy="4618352"/>
          </a:xfrm>
          <a:prstGeom prst="rect">
            <a:avLst/>
          </a:prstGeom>
        </p:spPr>
      </p:pic>
    </p:spTree>
    <p:extLst>
      <p:ext uri="{BB962C8B-B14F-4D97-AF65-F5344CB8AC3E}">
        <p14:creationId xmlns:p14="http://schemas.microsoft.com/office/powerpoint/2010/main" val="33652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Content Placeholder 3"/>
          <p:cNvPicPr>
            <a:picLocks noGrp="1" noChangeAspect="1"/>
          </p:cNvPicPr>
          <p:nvPr>
            <p:ph idx="1"/>
          </p:nvPr>
        </p:nvPicPr>
        <p:blipFill>
          <a:blip r:embed="rId2"/>
          <a:stretch>
            <a:fillRect/>
          </a:stretch>
        </p:blipFill>
        <p:spPr>
          <a:xfrm>
            <a:off x="1071154" y="1371600"/>
            <a:ext cx="6818811" cy="5107577"/>
          </a:xfrm>
          <a:prstGeom prst="rect">
            <a:avLst/>
          </a:prstGeom>
        </p:spPr>
      </p:pic>
    </p:spTree>
    <p:extLst>
      <p:ext uri="{BB962C8B-B14F-4D97-AF65-F5344CB8AC3E}">
        <p14:creationId xmlns:p14="http://schemas.microsoft.com/office/powerpoint/2010/main" val="319074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Content Placeholder 3"/>
          <p:cNvPicPr>
            <a:picLocks noGrp="1" noChangeAspect="1"/>
          </p:cNvPicPr>
          <p:nvPr>
            <p:ph idx="1"/>
          </p:nvPr>
        </p:nvPicPr>
        <p:blipFill>
          <a:blip r:embed="rId2"/>
          <a:stretch>
            <a:fillRect/>
          </a:stretch>
        </p:blipFill>
        <p:spPr>
          <a:xfrm>
            <a:off x="966651" y="1489166"/>
            <a:ext cx="6792686" cy="4297679"/>
          </a:xfrm>
          <a:prstGeom prst="rect">
            <a:avLst/>
          </a:prstGeom>
        </p:spPr>
      </p:pic>
    </p:spTree>
    <p:extLst>
      <p:ext uri="{BB962C8B-B14F-4D97-AF65-F5344CB8AC3E}">
        <p14:creationId xmlns:p14="http://schemas.microsoft.com/office/powerpoint/2010/main" val="15196217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8937"/>
          </a:xfrm>
        </p:spPr>
        <p:txBody>
          <a:bodyPr/>
          <a:lstStyle/>
          <a:p>
            <a:r>
              <a:rPr lang="en-US" b="1" dirty="0">
                <a:latin typeface="Times New Roman" panose="02020603050405020304" pitchFamily="18" charset="0"/>
                <a:cs typeface="Times New Roman" panose="02020603050405020304" pitchFamily="18" charset="0"/>
              </a:rPr>
              <a:t>Plagiarism Report:</a:t>
            </a:r>
            <a:endParaRPr lang="en-US" dirty="0"/>
          </a:p>
        </p:txBody>
      </p:sp>
      <p:pic>
        <p:nvPicPr>
          <p:cNvPr id="4" name="Content Placeholder 3"/>
          <p:cNvPicPr>
            <a:picLocks noGrp="1" noChangeAspect="1"/>
          </p:cNvPicPr>
          <p:nvPr>
            <p:ph idx="1"/>
          </p:nvPr>
        </p:nvPicPr>
        <p:blipFill>
          <a:blip r:embed="rId2"/>
          <a:stretch>
            <a:fillRect/>
          </a:stretch>
        </p:blipFill>
        <p:spPr>
          <a:xfrm>
            <a:off x="677334" y="1567543"/>
            <a:ext cx="6781557" cy="4937760"/>
          </a:xfrm>
          <a:prstGeom prst="rect">
            <a:avLst/>
          </a:prstGeom>
        </p:spPr>
      </p:pic>
    </p:spTree>
    <p:extLst>
      <p:ext uri="{BB962C8B-B14F-4D97-AF65-F5344CB8AC3E}">
        <p14:creationId xmlns:p14="http://schemas.microsoft.com/office/powerpoint/2010/main" val="738002232"/>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404</TotalTime>
  <Words>1645</Words>
  <Application>Microsoft Office PowerPoint</Application>
  <PresentationFormat>Widescreen</PresentationFormat>
  <Paragraphs>259</Paragraphs>
  <Slides>46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Aptos</vt:lpstr>
      <vt:lpstr>Arial</vt:lpstr>
      <vt:lpstr>Geist</vt:lpstr>
      <vt:lpstr>Geist Bold</vt:lpstr>
      <vt:lpstr>Times New Roman</vt:lpstr>
      <vt:lpstr>Trebuchet MS</vt:lpstr>
      <vt:lpstr>Wingdings</vt:lpstr>
      <vt:lpstr>Wingdings 3</vt:lpstr>
      <vt:lpstr>Facet</vt:lpstr>
      <vt:lpstr>PodCraft: Agentic AI Podcast Episode Planning System</vt:lpstr>
      <vt:lpstr>Project Category</vt:lpstr>
      <vt:lpstr>PodCraft simplifies and automates podcast episode planning using intelligent autonomous agents.</vt:lpstr>
      <vt:lpstr>Research Based Project</vt:lpstr>
      <vt:lpstr>Introduction</vt:lpstr>
      <vt:lpstr>Problem Statement</vt:lpstr>
      <vt:lpstr>Problem Solution</vt:lpstr>
      <vt:lpstr>Related System Analysis (Literature Review)</vt:lpstr>
      <vt:lpstr>Advantages/Benefits of Proposed System</vt:lpstr>
      <vt:lpstr>Podcast Planning System</vt:lpstr>
      <vt:lpstr>Modules</vt:lpstr>
      <vt:lpstr>Module 1: User Authentication</vt:lpstr>
      <vt:lpstr>Module 2: User Intent &amp; Guest Analyzer</vt:lpstr>
      <vt:lpstr>Module 3: Topic Research Agent</vt:lpstr>
      <vt:lpstr>Module 4: Question &amp; Timestamp Generator</vt:lpstr>
      <vt:lpstr>Module 5: Hook &amp; Intro Suggestion Agent</vt:lpstr>
      <vt:lpstr>Module 6: Episode Outline Planner</vt:lpstr>
      <vt:lpstr>System Limitations/Constraints</vt:lpstr>
      <vt:lpstr>Software Process &amp; Design Methodology</vt:lpstr>
      <vt:lpstr>Tools and Technologies</vt:lpstr>
      <vt:lpstr>Tools and Technologies</vt:lpstr>
      <vt:lpstr>Project Stakeholders &amp; Roles</vt:lpstr>
      <vt:lpstr>Work Division</vt:lpstr>
      <vt:lpstr>Requirement Gathering Approaches</vt:lpstr>
      <vt:lpstr>Concepts </vt:lpstr>
      <vt:lpstr>Gantt Chart</vt:lpstr>
      <vt:lpstr>PowerPoint Presentation</vt:lpstr>
      <vt:lpstr>Mockup-1: User Dashboard</vt:lpstr>
      <vt:lpstr>Mockup-2: Podcast Info</vt:lpstr>
      <vt:lpstr>Mockup-3: Style &amp; Length</vt:lpstr>
      <vt:lpstr>Mockup-4: Generation Screen </vt:lpstr>
      <vt:lpstr>Mobile Mockups: Mockup-1: User Authentication</vt:lpstr>
      <vt:lpstr>Mockup-2: User Dashboard</vt:lpstr>
      <vt:lpstr>Mockup-3: Podcast Info</vt:lpstr>
      <vt:lpstr>Mockup-4: Agents Running</vt:lpstr>
      <vt:lpstr>Conclusion</vt:lpstr>
      <vt:lpstr>References</vt:lpstr>
      <vt:lpstr>Plagiarism Report:</vt:lpstr>
      <vt:lpstr>Plagiarism Report:</vt:lpstr>
      <vt:lpstr>Plagiarism Report:</vt:lpstr>
      <vt:lpstr>Plagiarism Report:</vt:lpstr>
      <vt:lpstr>Plagiarism Report:</vt:lpstr>
      <vt:lpstr>Plagiarism Report:</vt:lpstr>
      <vt:lpstr>Plagiarism Report:</vt:lpstr>
      <vt:lpstr>Plagiarism Report:</vt:lpstr>
      <vt:lpstr>Plagiarism Report:</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PodCraft: Agentic AI Podcast Episode Planning System</dc:title>
  <dc:creator>Moorche</dc:creator>
  <cp:lastModifiedBy>Moorche</cp:lastModifiedBy>
  <cp:revision>67</cp:revision>
  <dcterms:created xsi:type="dcterms:W3CDTF">2026-03-18T06:13:24Z</dcterms:created>
  <dcterms:modified xsi:type="dcterms:W3CDTF">2026-04-01T17:23:00Z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4037534</vt:lpwstr>
  </property>
  <property fmtid="{D5CDD505-2E9C-101B-9397-08002B2CF9AE}" pid="3" name="NXPowerLiteSettings">
    <vt:lpwstr>F7000400038000</vt:lpwstr>
  </property>
  <property fmtid="{D5CDD505-2E9C-101B-9397-08002B2CF9AE}" pid="4" name="NXPowerLiteVersion">
    <vt:lpwstr>S11.0.1</vt:lpwstr>
  </property>
</Properties>
</file>